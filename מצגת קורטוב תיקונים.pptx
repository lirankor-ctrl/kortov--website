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.jpg" ContentType="image/jpg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72" r:id="rId2"/>
    <p:sldMasterId id="2147483695" r:id="rId3"/>
  </p:sldMasterIdLst>
  <p:notesMasterIdLst>
    <p:notesMasterId r:id="rId15"/>
  </p:notesMasterIdLst>
  <p:sldIdLst>
    <p:sldId id="256" r:id="rId4"/>
    <p:sldId id="475" r:id="rId5"/>
    <p:sldId id="480" r:id="rId6"/>
    <p:sldId id="476" r:id="rId7"/>
    <p:sldId id="477" r:id="rId8"/>
    <p:sldId id="481" r:id="rId9"/>
    <p:sldId id="473" r:id="rId10"/>
    <p:sldId id="483" r:id="rId11"/>
    <p:sldId id="482" r:id="rId12"/>
    <p:sldId id="479" r:id="rId13"/>
    <p:sldId id="262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255127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39970D-AE6B-4373-A1DF-8A4530C9BE20}" v="4" dt="2025-10-28T11:50:3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49D20EC-34C2-43AE-9386-2522AA6D2755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F6C74F0-1B38-4420-8817-4877129FA4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22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6C78-1F6B-7905-43B2-F381CFCD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76C10704-6898-7510-9A0C-84134530E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0EBA9D5-E482-7F44-48C4-99F94495D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0839D65-F3D2-A783-ED11-63A764A9F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40E-2AF9-4AFA-94D3-E276251DDE9D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5892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3908-7AC9-5AB1-1864-756D3AE2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869A1F1-4258-923B-5AED-D5B6B8DE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E6D1EF2E-D10D-D006-D474-D2268AA1A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AE53186-4301-C359-6AE7-D83D17D65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40E-2AF9-4AFA-94D3-E276251DDE9D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1817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92D3-82D7-BC33-5508-A2D2243C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7120A3C2-C32A-00BC-20C3-8E706EE76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8B6D497-0B7F-9989-E8BE-A68BF5A7F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3061716-6EB9-7CAC-8CBD-B87E401BF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40E-2AF9-4AFA-94D3-E276251DDE9D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9551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9FFC-B3E4-2218-283A-E42C2CAF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E612242-ACC0-329E-9FBC-7C490FBE5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FA7D898-0AAD-D29F-7B0B-8F4DBEEF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C5EF07C-72B8-17AD-5274-058F2FFED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40E-2AF9-4AFA-94D3-E276251DDE9D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563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A0E6-4132-08D0-01DE-EFB9795F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6AD44F5-860E-DBC1-7C7B-19AF74EC7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BBFEC37-BC48-62F4-DD92-791CD50B3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D9AA0D4-8D1D-C289-1A82-0337FE44A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40E-2AF9-4AFA-94D3-E276251DDE9D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3360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F925-18C0-C095-AD2F-5C5FC119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8EC7EF2-8E1F-3E86-AAF3-199DD96B8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A0CD9ACF-FD9D-42D4-1073-880E1BDE7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2CC7185-AE62-1809-0E23-13CC95A82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5440E-2AF9-4AFA-94D3-E276251DDE9D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31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2C2D57-3E59-7572-8C32-3CAFD2724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EA35DAF-1429-71C6-801D-5C482C1D6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3938AC2-F6A1-0ED1-49F5-0D6198FB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89F74E2-2246-ED5B-2FF2-35AEFB8B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6DAE94A-6E49-CAA5-76C9-06AD7198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929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A437FD-714B-0AD1-71BB-90AF5832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12F5310-17B7-5729-0E98-14F1372FB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686C6EB-6593-011C-E07F-1C970318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217CB9-0803-1C6D-1967-132E4DB6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BABF040-447C-E566-A6BA-8BE793C2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784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F70C6E-D838-2EF1-3B1F-E435AEC0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C76385E-E490-3B5E-2872-67CCA0ECE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A569E33-9130-8861-844F-1CD5D6B12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5882CA-07ED-A6B9-829E-4AC66B693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56E3AB-27D6-027F-46F0-0D9B75EF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02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24F40-7734-4890-0317-10908FEC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279EDD2-56DD-E043-3583-2AA21F334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089A287-B5D6-28D7-AC65-28915C440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F8AE0C3-00EF-91C7-0E6B-EF97062A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2DABC22-A264-307B-2287-35FE855C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7C3FB23-7E94-7216-6ECB-79A80010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393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F38D35-8041-396B-5A4D-16B750C0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18CB3C5-657E-3D4B-4E41-1ECB5667A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5BA7F3-CDE2-4BD9-C18D-EB32D7D5E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27F4A07-7AE5-1946-06BA-C71CDD28F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1A98B10-475B-C545-6CB1-E502CEE66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3354AA9-0367-4428-846D-8F7B05B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6144063-9218-EA48-388A-0225B5B3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D0A0DEAD-D42B-060F-76BA-F392E226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0456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5C7C8E-7291-1F26-52F0-6AC540C7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2E7A422-A5B7-A3D9-70F4-E0CEF2A8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820B910-CDBF-55DB-014C-45D14825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293BF1B-5668-5B3B-D360-54645733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195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7A5D69F-6289-505D-71C7-105CC958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E069D15-80AF-A517-566C-73A336F9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530B93B-A355-C7F1-D762-01EE0ABA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966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57B7B4-D30C-6C9B-5592-BA86F0A3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1EAA18-8D78-E908-2CFF-F1D06E93F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4193BF3-CD59-BB0D-A782-851D2545D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48FB0B4-8C7E-59A3-FF3D-5380202A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ECF81A3-9471-0C30-FA6B-D8DEDF2E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65A8594-D5A4-4624-5F60-F7214A5A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855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0ADF87-8977-C385-AA98-23B63715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8F8F51C-8434-D01A-F1DD-6990F505B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90446AD-60BD-A8DA-BF0A-7289E440C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C695BAB-5BD4-A183-92A5-B4BDEADF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25D2394-91A1-DBFA-9D44-78A1AE8A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6DAA897-76A7-A9BA-BC74-5F474F0C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017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6926D9-9DE0-BBBC-35B4-DB5B7786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1920A51-8DDA-FAAF-B3A3-8EEF33B18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320C3AB-316F-57EA-FB5B-3ECB9864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7B02DC-39B4-951B-E50D-8BA7F6EA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46CB75-484D-8CDD-0C7C-3724CC43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451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0F89FBE-B5E1-1A4E-A8AA-DA9633396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DAEF7D3-4C2D-D004-49AC-5787324CE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C11B676-C626-B522-70E1-B0C37912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FA2A571-448B-5838-5F9E-CFB99616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A47D63C-EB6F-4D6A-D797-D05744D0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7518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Subtitle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ircle"/>
          <p:cNvSpPr/>
          <p:nvPr/>
        </p:nvSpPr>
        <p:spPr>
          <a:xfrm>
            <a:off x="11220559" y="5939367"/>
            <a:ext cx="285751" cy="285751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b="1" i="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22675" y="6001977"/>
            <a:ext cx="285751" cy="149492"/>
          </a:xfrm>
          <a:prstGeom prst="rect">
            <a:avLst/>
          </a:prstGeom>
        </p:spPr>
        <p:txBody>
          <a:bodyPr wrap="square"/>
          <a:lstStyle>
            <a:lvl1pPr>
              <a:defRPr sz="700" b="1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13" name="Trend 2021."/>
          <p:cNvSpPr txBox="1"/>
          <p:nvPr/>
        </p:nvSpPr>
        <p:spPr>
          <a:xfrm>
            <a:off x="690954" y="641702"/>
            <a:ext cx="1419608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l">
              <a:defRPr b="0">
                <a:solidFill>
                  <a:srgbClr val="24242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rPr sz="900" dirty="0">
                <a:solidFill>
                  <a:schemeClr val="tx1"/>
                </a:solidFill>
              </a:rPr>
              <a:t>Trend 2021</a:t>
            </a:r>
            <a:r>
              <a:rPr sz="9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4" name="Graphic 172"/>
          <p:cNvSpPr/>
          <p:nvPr/>
        </p:nvSpPr>
        <p:spPr>
          <a:xfrm>
            <a:off x="11255150" y="663514"/>
            <a:ext cx="216568" cy="142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88" y="12343"/>
                </a:moveTo>
                <a:lnTo>
                  <a:pt x="1013" y="12343"/>
                </a:lnTo>
                <a:cubicBezTo>
                  <a:pt x="453" y="12343"/>
                  <a:pt x="0" y="11652"/>
                  <a:pt x="0" y="10800"/>
                </a:cubicBezTo>
                <a:cubicBezTo>
                  <a:pt x="0" y="9948"/>
                  <a:pt x="453" y="9257"/>
                  <a:pt x="1013" y="9257"/>
                </a:cubicBezTo>
                <a:lnTo>
                  <a:pt x="20588" y="9257"/>
                </a:lnTo>
                <a:cubicBezTo>
                  <a:pt x="21147" y="9257"/>
                  <a:pt x="21600" y="9948"/>
                  <a:pt x="21600" y="10800"/>
                </a:cubicBezTo>
                <a:cubicBezTo>
                  <a:pt x="21600" y="11652"/>
                  <a:pt x="21147" y="12343"/>
                  <a:pt x="20588" y="12343"/>
                </a:cubicBezTo>
                <a:close/>
                <a:moveTo>
                  <a:pt x="21600" y="1543"/>
                </a:moveTo>
                <a:cubicBezTo>
                  <a:pt x="21600" y="691"/>
                  <a:pt x="21147" y="0"/>
                  <a:pt x="20588" y="0"/>
                </a:cubicBezTo>
                <a:lnTo>
                  <a:pt x="1013" y="0"/>
                </a:lnTo>
                <a:cubicBezTo>
                  <a:pt x="453" y="0"/>
                  <a:pt x="0" y="691"/>
                  <a:pt x="0" y="1543"/>
                </a:cubicBezTo>
                <a:cubicBezTo>
                  <a:pt x="0" y="2395"/>
                  <a:pt x="453" y="3086"/>
                  <a:pt x="1013" y="3086"/>
                </a:cubicBezTo>
                <a:lnTo>
                  <a:pt x="20588" y="3086"/>
                </a:lnTo>
                <a:cubicBezTo>
                  <a:pt x="21147" y="3086"/>
                  <a:pt x="21600" y="2395"/>
                  <a:pt x="21600" y="1543"/>
                </a:cubicBezTo>
                <a:close/>
                <a:moveTo>
                  <a:pt x="21600" y="20057"/>
                </a:moveTo>
                <a:cubicBezTo>
                  <a:pt x="21600" y="19205"/>
                  <a:pt x="21147" y="18514"/>
                  <a:pt x="20588" y="18514"/>
                </a:cubicBezTo>
                <a:lnTo>
                  <a:pt x="1013" y="18514"/>
                </a:lnTo>
                <a:cubicBezTo>
                  <a:pt x="453" y="18514"/>
                  <a:pt x="0" y="19205"/>
                  <a:pt x="0" y="20057"/>
                </a:cubicBezTo>
                <a:cubicBezTo>
                  <a:pt x="0" y="20909"/>
                  <a:pt x="453" y="21600"/>
                  <a:pt x="1013" y="21600"/>
                </a:cubicBezTo>
                <a:lnTo>
                  <a:pt x="20588" y="21600"/>
                </a:lnTo>
                <a:cubicBezTo>
                  <a:pt x="21147" y="21600"/>
                  <a:pt x="21600" y="20909"/>
                  <a:pt x="21600" y="20057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22860" rIns="2286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b="1" i="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D3E87-3C0B-F341-A27B-E2D273F599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06207" y="1933788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E391CB4-F622-EE43-B7C0-C3795A8A81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67726" y="1933788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CDBF16-3682-A242-9C9E-476989CD5E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29244" y="1933788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56F4FF-644F-E34F-AC43-D48D8A05DF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90763" y="1933788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E67A86B-D2D7-4448-8557-A3A39BC9F7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52282" y="1933788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3B8D20F-D046-D946-99FE-1E81A88B9B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06207" y="3552276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C0CB0D5-2B46-DD4D-8C04-40F9D2008D4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67726" y="3552276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15A5B861-B62C-8042-958E-38453E0934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9244" y="3552276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4E68379E-C006-DE43-A791-6269DC771B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90763" y="3552276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D2AFC5A0-9BEF-D44B-9C18-CB175E90F4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52282" y="3552276"/>
            <a:ext cx="1201738" cy="12009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4461510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593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476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812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91620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5400" b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65630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930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2">
            <a:extLst>
              <a:ext uri="{FF2B5EF4-FFF2-40B4-BE49-F238E27FC236}">
                <a16:creationId xmlns:a16="http://schemas.microsoft.com/office/drawing/2014/main" id="{11A067AA-F6AF-4715-9F07-7BE30046CBF0}"/>
              </a:ext>
            </a:extLst>
          </p:cNvPr>
          <p:cNvSpPr/>
          <p:nvPr userDrawn="1"/>
        </p:nvSpPr>
        <p:spPr>
          <a:xfrm>
            <a:off x="642938" y="514350"/>
            <a:ext cx="10906125" cy="2990850"/>
          </a:xfrm>
          <a:prstGeom prst="frame">
            <a:avLst>
              <a:gd name="adj1" fmla="val 25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6806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D5DB206C-7370-448F-B4C9-4059BADCA64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35231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7383E1CB-8D0E-4180-8C52-C5F4A24ED3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73656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33F4681A-0E5C-4D94-B5F0-6A175DBC6C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12081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3991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638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lIns="36576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6033F2F0-7D0F-4B5D-8E37-7C30E5A5D2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48561" y="477308"/>
            <a:ext cx="2897717" cy="2731837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40B2EF10-A0C4-401E-8AA6-CF7463C5956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548561" y="3648856"/>
            <a:ext cx="2897717" cy="2731837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76542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B83EC1-AF10-4FD7-8089-F03DAD6397E7}"/>
              </a:ext>
            </a:extLst>
          </p:cNvPr>
          <p:cNvSpPr/>
          <p:nvPr userDrawn="1"/>
        </p:nvSpPr>
        <p:spPr>
          <a:xfrm>
            <a:off x="0" y="0"/>
            <a:ext cx="12192000" cy="23810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53561" y="479835"/>
            <a:ext cx="1823793" cy="25983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32DE4F21-2D03-408A-A113-1ECBBBFDE8D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67429" y="479834"/>
            <a:ext cx="3611542" cy="589833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</a:t>
            </a:r>
          </a:p>
          <a:p>
            <a:r>
              <a:rPr lang="en-US" altLang="ko-KR" dirty="0"/>
              <a:t>And Sand Back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A62276F5-0236-424B-9645-A889FC41285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58183" y="479835"/>
            <a:ext cx="1823793" cy="25983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B703617E-9CA4-425B-945B-4B73794CE2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2805" y="479835"/>
            <a:ext cx="1823793" cy="25983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4138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38550" y="3543300"/>
            <a:ext cx="2743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EA5E7C78-B7FD-4905-970D-675E6D39617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38550" y="569180"/>
            <a:ext cx="2743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01CFBF6C-8D5A-4D48-ACE1-2D979A60A2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225" y="3543300"/>
            <a:ext cx="2743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6D5AB-D725-405F-B143-0753C3C45DCD}"/>
              </a:ext>
            </a:extLst>
          </p:cNvPr>
          <p:cNvSpPr/>
          <p:nvPr userDrawn="1"/>
        </p:nvSpPr>
        <p:spPr>
          <a:xfrm>
            <a:off x="-1" y="0"/>
            <a:ext cx="3400425" cy="3312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7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lIns="3383280" rIns="0" anchor="ctr"/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292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12">
            <a:extLst>
              <a:ext uri="{FF2B5EF4-FFF2-40B4-BE49-F238E27FC236}">
                <a16:creationId xmlns:a16="http://schemas.microsoft.com/office/drawing/2014/main" id="{95EDCEF7-DD83-4CD4-BE92-A97D74011033}"/>
              </a:ext>
            </a:extLst>
          </p:cNvPr>
          <p:cNvSpPr/>
          <p:nvPr userDrawn="1"/>
        </p:nvSpPr>
        <p:spPr>
          <a:xfrm>
            <a:off x="547181" y="1761846"/>
            <a:ext cx="11097638" cy="3334311"/>
          </a:xfrm>
          <a:prstGeom prst="frame">
            <a:avLst>
              <a:gd name="adj1" fmla="val 24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0352" y="569068"/>
            <a:ext cx="3661647" cy="571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52510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358CF5-5043-4D3B-92BD-59549782EBBE}"/>
              </a:ext>
            </a:extLst>
          </p:cNvPr>
          <p:cNvSpPr/>
          <p:nvPr userDrawn="1"/>
        </p:nvSpPr>
        <p:spPr>
          <a:xfrm>
            <a:off x="7515225" y="0"/>
            <a:ext cx="467677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aphic 14">
            <a:extLst>
              <a:ext uri="{FF2B5EF4-FFF2-40B4-BE49-F238E27FC236}">
                <a16:creationId xmlns:a16="http://schemas.microsoft.com/office/drawing/2014/main" id="{B59EE49C-3795-40A6-B206-565A372E5530}"/>
              </a:ext>
            </a:extLst>
          </p:cNvPr>
          <p:cNvGrpSpPr/>
          <p:nvPr userDrawn="1"/>
        </p:nvGrpSpPr>
        <p:grpSpPr>
          <a:xfrm>
            <a:off x="5720146" y="1420664"/>
            <a:ext cx="5589803" cy="4396475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16E008B-9F44-493C-B58F-ABFC0E7190A5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1A2B49-6603-4C93-BCDA-8893B608D8C1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70C51E-C968-4707-899F-DE217D80997C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6BA87E5-BDD3-47B0-8C9F-EDFB6B811129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C9C68AE-3F02-48D5-A299-9B7311EC8D90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BE3651-AB4C-4F00-BF52-0A24EF2A62AD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E653C6-4F74-473F-9309-2D2D43F090C8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9CA35F9-CDD6-4937-8C98-04018E459C31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56077" y="1628103"/>
            <a:ext cx="5317941" cy="301288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CCE937E-8E2A-4179-91E4-730975E592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1525" y="339509"/>
            <a:ext cx="6543675" cy="724247"/>
          </a:xfrm>
          <a:prstGeom prst="rect">
            <a:avLst/>
          </a:prstGeom>
        </p:spPr>
        <p:txBody>
          <a:bodyPr tIns="91440" anchor="ctr"/>
          <a:lstStyle>
            <a:lvl1pPr marL="0" indent="0" algn="l">
              <a:buNone/>
              <a:defRPr sz="5400" b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553085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A4D14B1E-79D5-4F7D-AEB4-4F537918FBAB}"/>
              </a:ext>
            </a:extLst>
          </p:cNvPr>
          <p:cNvSpPr/>
          <p:nvPr userDrawn="1"/>
        </p:nvSpPr>
        <p:spPr>
          <a:xfrm rot="5400000">
            <a:off x="795337" y="-795340"/>
            <a:ext cx="6257926" cy="7848605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14" y="600074"/>
            <a:ext cx="4052172" cy="565785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145CBDFE-5F17-4329-876B-8EC9C2A40C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75044" y="222886"/>
            <a:ext cx="2286000" cy="301752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06B5A04-F323-4B06-B374-0EFFB99917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75044" y="3624742"/>
            <a:ext cx="2286000" cy="301752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782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52">
            <a:extLst>
              <a:ext uri="{FF2B5EF4-FFF2-40B4-BE49-F238E27FC236}">
                <a16:creationId xmlns:a16="http://schemas.microsoft.com/office/drawing/2014/main" id="{A554242E-EDC9-4D56-ABE8-D3DFF0D037E9}"/>
              </a:ext>
            </a:extLst>
          </p:cNvPr>
          <p:cNvSpPr/>
          <p:nvPr userDrawn="1"/>
        </p:nvSpPr>
        <p:spPr>
          <a:xfrm flipH="1">
            <a:off x="3609975" y="0"/>
            <a:ext cx="8582025" cy="6858000"/>
          </a:xfrm>
          <a:custGeom>
            <a:avLst/>
            <a:gdLst>
              <a:gd name="connsiteX0" fmla="*/ 5238766 w 8582025"/>
              <a:gd name="connsiteY0" fmla="*/ 0 h 6858000"/>
              <a:gd name="connsiteX1" fmla="*/ 8582025 w 8582025"/>
              <a:gd name="connsiteY1" fmla="*/ 0 h 6858000"/>
              <a:gd name="connsiteX2" fmla="*/ 1876410 w 8582025"/>
              <a:gd name="connsiteY2" fmla="*/ 6858000 h 6858000"/>
              <a:gd name="connsiteX3" fmla="*/ 0 w 8582025"/>
              <a:gd name="connsiteY3" fmla="*/ 6858000 h 6858000"/>
              <a:gd name="connsiteX4" fmla="*/ 0 w 8582025"/>
              <a:gd name="connsiteY4" fmla="*/ 53578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82025" h="6858000">
                <a:moveTo>
                  <a:pt x="5238766" y="0"/>
                </a:moveTo>
                <a:lnTo>
                  <a:pt x="8582025" y="0"/>
                </a:lnTo>
                <a:lnTo>
                  <a:pt x="1876410" y="6858000"/>
                </a:lnTo>
                <a:lnTo>
                  <a:pt x="0" y="6858000"/>
                </a:lnTo>
                <a:lnTo>
                  <a:pt x="0" y="5357817"/>
                </a:lnTo>
                <a:close/>
              </a:path>
            </a:pathLst>
          </a:custGeom>
          <a:solidFill>
            <a:srgbClr val="78D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그림 개체 틀 3">
            <a:extLst>
              <a:ext uri="{FF2B5EF4-FFF2-40B4-BE49-F238E27FC236}">
                <a16:creationId xmlns:a16="http://schemas.microsoft.com/office/drawing/2014/main" id="{C661A5D8-A169-47BB-84F8-7CCF6E00616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31649" y="350827"/>
            <a:ext cx="6034450" cy="6034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117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0353" y="1807430"/>
            <a:ext cx="2400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7D4BC-8397-4297-9425-5B8BAEB381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952" y="2305190"/>
            <a:ext cx="4038095" cy="2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16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96BD7FA-E93A-4CE9-A7A1-0EC236E0A2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0353" y="1807430"/>
            <a:ext cx="2400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13D5B-5A42-4F30-9E94-6D9B89BC8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381" y="2276619"/>
            <a:ext cx="4095238" cy="2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462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3B04BAD-EED5-4C78-BC19-C3DD01D50231}"/>
              </a:ext>
            </a:extLst>
          </p:cNvPr>
          <p:cNvGrpSpPr/>
          <p:nvPr userDrawn="1"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7456AC7-1506-4AAF-A694-1BE710D5F58E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D8BFCCB-25F4-4E85-B4F9-18DA5A0F31C0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4DE5DB11-A2A8-48F9-9B25-703C78662BDE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>
                <a:extLst>
                  <a:ext uri="{FF2B5EF4-FFF2-40B4-BE49-F238E27FC236}">
                    <a16:creationId xmlns:a16="http://schemas.microsoft.com/office/drawing/2014/main" id="{A3616025-C842-4C0D-B7E3-48176315DDFA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8">
                <a:extLst>
                  <a:ext uri="{FF2B5EF4-FFF2-40B4-BE49-F238E27FC236}">
                    <a16:creationId xmlns:a16="http://schemas.microsoft.com/office/drawing/2014/main" id="{B2550ED7-04C5-4FFA-BCF1-8CB64B3F2DA9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E6D54C7-03B4-4369-97FF-A3456A2A876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73465" y="2174930"/>
            <a:ext cx="2152765" cy="33487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D8FCDD3-D367-4581-96F6-BED1A5D7FC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5400" b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523136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NG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4539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4409058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1750559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AD03F6-15F2-4D54-8634-F2FD4B876D5D}"/>
              </a:ext>
            </a:extLst>
          </p:cNvPr>
          <p:cNvSpPr/>
          <p:nvPr userDrawn="1"/>
        </p:nvSpPr>
        <p:spPr>
          <a:xfrm>
            <a:off x="8582684" y="1894646"/>
            <a:ext cx="3609315" cy="30687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FD1AC33C-0748-4865-932F-6D8BA4643A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7013" y="52057"/>
            <a:ext cx="6847888" cy="6753884"/>
          </a:xfrm>
          <a:custGeom>
            <a:avLst/>
            <a:gdLst>
              <a:gd name="connsiteX0" fmla="*/ 3704348 w 6847888"/>
              <a:gd name="connsiteY0" fmla="*/ 5 h 6753884"/>
              <a:gd name="connsiteX1" fmla="*/ 4005720 w 6847888"/>
              <a:gd name="connsiteY1" fmla="*/ 361947 h 6753884"/>
              <a:gd name="connsiteX2" fmla="*/ 3756101 w 6847888"/>
              <a:gd name="connsiteY2" fmla="*/ 1075954 h 6753884"/>
              <a:gd name="connsiteX3" fmla="*/ 3808606 w 6847888"/>
              <a:gd name="connsiteY3" fmla="*/ 1408969 h 6753884"/>
              <a:gd name="connsiteX4" fmla="*/ 4102330 w 6847888"/>
              <a:gd name="connsiteY4" fmla="*/ 1405443 h 6753884"/>
              <a:gd name="connsiteX5" fmla="*/ 4189935 w 6847888"/>
              <a:gd name="connsiteY5" fmla="*/ 955591 h 6753884"/>
              <a:gd name="connsiteX6" fmla="*/ 4386903 w 6847888"/>
              <a:gd name="connsiteY6" fmla="*/ 729816 h 6753884"/>
              <a:gd name="connsiteX7" fmla="*/ 4462508 w 6847888"/>
              <a:gd name="connsiteY7" fmla="*/ 1003700 h 6753884"/>
              <a:gd name="connsiteX8" fmla="*/ 4290141 w 6847888"/>
              <a:gd name="connsiteY8" fmla="*/ 1451300 h 6753884"/>
              <a:gd name="connsiteX9" fmla="*/ 4479906 w 6847888"/>
              <a:gd name="connsiteY9" fmla="*/ 1558119 h 6753884"/>
              <a:gd name="connsiteX10" fmla="*/ 4652418 w 6847888"/>
              <a:gd name="connsiteY10" fmla="*/ 1291849 h 6753884"/>
              <a:gd name="connsiteX11" fmla="*/ 4765676 w 6847888"/>
              <a:gd name="connsiteY11" fmla="*/ 714012 h 6753884"/>
              <a:gd name="connsiteX12" fmla="*/ 4799428 w 6847888"/>
              <a:gd name="connsiteY12" fmla="*/ 394967 h 6753884"/>
              <a:gd name="connsiteX13" fmla="*/ 5004194 w 6847888"/>
              <a:gd name="connsiteY13" fmla="*/ 127002 h 6753884"/>
              <a:gd name="connsiteX14" fmla="*/ 5239118 w 6847888"/>
              <a:gd name="connsiteY14" fmla="*/ 192050 h 6753884"/>
              <a:gd name="connsiteX15" fmla="*/ 5208812 w 6847888"/>
              <a:gd name="connsiteY15" fmla="*/ 577136 h 6753884"/>
              <a:gd name="connsiteX16" fmla="*/ 4785928 w 6847888"/>
              <a:gd name="connsiteY16" fmla="*/ 1648852 h 6753884"/>
              <a:gd name="connsiteX17" fmla="*/ 5084152 w 6847888"/>
              <a:gd name="connsiteY17" fmla="*/ 1573924 h 6753884"/>
              <a:gd name="connsiteX18" fmla="*/ 5454388 w 6847888"/>
              <a:gd name="connsiteY18" fmla="*/ 1220876 h 6753884"/>
              <a:gd name="connsiteX19" fmla="*/ 5820412 w 6847888"/>
              <a:gd name="connsiteY19" fmla="*/ 791621 h 6753884"/>
              <a:gd name="connsiteX20" fmla="*/ 6488554 w 6847888"/>
              <a:gd name="connsiteY20" fmla="*/ 699901 h 6753884"/>
              <a:gd name="connsiteX21" fmla="*/ 6192287 w 6847888"/>
              <a:gd name="connsiteY21" fmla="*/ 1353942 h 6753884"/>
              <a:gd name="connsiteX22" fmla="*/ 5480803 w 6847888"/>
              <a:gd name="connsiteY22" fmla="*/ 1591998 h 6753884"/>
              <a:gd name="connsiteX23" fmla="*/ 4996546 w 6847888"/>
              <a:gd name="connsiteY23" fmla="*/ 2136796 h 6753884"/>
              <a:gd name="connsiteX24" fmla="*/ 5316970 w 6847888"/>
              <a:gd name="connsiteY24" fmla="*/ 2261685 h 6753884"/>
              <a:gd name="connsiteX25" fmla="*/ 5832552 w 6847888"/>
              <a:gd name="connsiteY25" fmla="*/ 2059893 h 6753884"/>
              <a:gd name="connsiteX26" fmla="*/ 6198284 w 6847888"/>
              <a:gd name="connsiteY26" fmla="*/ 1721240 h 6753884"/>
              <a:gd name="connsiteX27" fmla="*/ 6511057 w 6847888"/>
              <a:gd name="connsiteY27" fmla="*/ 1787139 h 6753884"/>
              <a:gd name="connsiteX28" fmla="*/ 6338392 w 6847888"/>
              <a:gd name="connsiteY28" fmla="*/ 2109428 h 6753884"/>
              <a:gd name="connsiteX29" fmla="*/ 5894660 w 6847888"/>
              <a:gd name="connsiteY29" fmla="*/ 2187178 h 6753884"/>
              <a:gd name="connsiteX30" fmla="*/ 5350720 w 6847888"/>
              <a:gd name="connsiteY30" fmla="*/ 2509611 h 6753884"/>
              <a:gd name="connsiteX31" fmla="*/ 5337966 w 6847888"/>
              <a:gd name="connsiteY31" fmla="*/ 2841924 h 6753884"/>
              <a:gd name="connsiteX32" fmla="*/ 5722747 w 6847888"/>
              <a:gd name="connsiteY32" fmla="*/ 2939991 h 6753884"/>
              <a:gd name="connsiteX33" fmla="*/ 6365545 w 6847888"/>
              <a:gd name="connsiteY33" fmla="*/ 2659891 h 6753884"/>
              <a:gd name="connsiteX34" fmla="*/ 6772825 w 6847888"/>
              <a:gd name="connsiteY34" fmla="*/ 2757962 h 6753884"/>
              <a:gd name="connsiteX35" fmla="*/ 6450302 w 6847888"/>
              <a:gd name="connsiteY35" fmla="*/ 3041588 h 6753884"/>
              <a:gd name="connsiteX36" fmla="*/ 5794002 w 6847888"/>
              <a:gd name="connsiteY36" fmla="*/ 3061344 h 6753884"/>
              <a:gd name="connsiteX37" fmla="*/ 5566884 w 6847888"/>
              <a:gd name="connsiteY37" fmla="*/ 3295578 h 6753884"/>
              <a:gd name="connsiteX38" fmla="*/ 5924786 w 6847888"/>
              <a:gd name="connsiteY38" fmla="*/ 3470206 h 6753884"/>
              <a:gd name="connsiteX39" fmla="*/ 6646448 w 6847888"/>
              <a:gd name="connsiteY39" fmla="*/ 3568310 h 6753884"/>
              <a:gd name="connsiteX40" fmla="*/ 5957990 w 6847888"/>
              <a:gd name="connsiteY40" fmla="*/ 3543273 h 6753884"/>
              <a:gd name="connsiteX41" fmla="*/ 5679994 w 6847888"/>
              <a:gd name="connsiteY41" fmla="*/ 3559455 h 6753884"/>
              <a:gd name="connsiteX42" fmla="*/ 5639035 w 6847888"/>
              <a:gd name="connsiteY42" fmla="*/ 4035837 h 6753884"/>
              <a:gd name="connsiteX43" fmla="*/ 6838762 w 6847888"/>
              <a:gd name="connsiteY43" fmla="*/ 4397663 h 6753884"/>
              <a:gd name="connsiteX44" fmla="*/ 5833001 w 6847888"/>
              <a:gd name="connsiteY44" fmla="*/ 4238897 h 6753884"/>
              <a:gd name="connsiteX45" fmla="*/ 5215709 w 6847888"/>
              <a:gd name="connsiteY45" fmla="*/ 4274451 h 6753884"/>
              <a:gd name="connsiteX46" fmla="*/ 5136502 w 6847888"/>
              <a:gd name="connsiteY46" fmla="*/ 4515036 h 6753884"/>
              <a:gd name="connsiteX47" fmla="*/ 5480660 w 6847888"/>
              <a:gd name="connsiteY47" fmla="*/ 4848320 h 6753884"/>
              <a:gd name="connsiteX48" fmla="*/ 6101276 w 6847888"/>
              <a:gd name="connsiteY48" fmla="*/ 5412584 h 6753884"/>
              <a:gd name="connsiteX49" fmla="*/ 5335310 w 6847888"/>
              <a:gd name="connsiteY49" fmla="*/ 4941769 h 6753884"/>
              <a:gd name="connsiteX50" fmla="*/ 4887530 w 6847888"/>
              <a:gd name="connsiteY50" fmla="*/ 4918188 h 6753884"/>
              <a:gd name="connsiteX51" fmla="*/ 4721424 w 6847888"/>
              <a:gd name="connsiteY51" fmla="*/ 5309901 h 6753884"/>
              <a:gd name="connsiteX52" fmla="*/ 4794693 w 6847888"/>
              <a:gd name="connsiteY52" fmla="*/ 5776368 h 6753884"/>
              <a:gd name="connsiteX53" fmla="*/ 4843214 w 6847888"/>
              <a:gd name="connsiteY53" fmla="*/ 6753302 h 6753884"/>
              <a:gd name="connsiteX54" fmla="*/ 4621620 w 6847888"/>
              <a:gd name="connsiteY54" fmla="*/ 6003373 h 6753884"/>
              <a:gd name="connsiteX55" fmla="*/ 4542910 w 6847888"/>
              <a:gd name="connsiteY55" fmla="*/ 5278318 h 6753884"/>
              <a:gd name="connsiteX56" fmla="*/ 4284891 w 6847888"/>
              <a:gd name="connsiteY56" fmla="*/ 4931956 h 6753884"/>
              <a:gd name="connsiteX57" fmla="*/ 3901613 w 6847888"/>
              <a:gd name="connsiteY57" fmla="*/ 4940185 h 6753884"/>
              <a:gd name="connsiteX58" fmla="*/ 3718599 w 6847888"/>
              <a:gd name="connsiteY58" fmla="*/ 5262629 h 6753884"/>
              <a:gd name="connsiteX59" fmla="*/ 3768102 w 6847888"/>
              <a:gd name="connsiteY59" fmla="*/ 5681014 h 6753884"/>
              <a:gd name="connsiteX60" fmla="*/ 3541585 w 6847888"/>
              <a:gd name="connsiteY60" fmla="*/ 6112805 h 6753884"/>
              <a:gd name="connsiteX61" fmla="*/ 3390074 w 6847888"/>
              <a:gd name="connsiteY61" fmla="*/ 5647148 h 6753884"/>
              <a:gd name="connsiteX62" fmla="*/ 3530334 w 6847888"/>
              <a:gd name="connsiteY62" fmla="*/ 5252751 h 6753884"/>
              <a:gd name="connsiteX63" fmla="*/ 3438078 w 6847888"/>
              <a:gd name="connsiteY63" fmla="*/ 4904921 h 6753884"/>
              <a:gd name="connsiteX64" fmla="*/ 3123805 w 6847888"/>
              <a:gd name="connsiteY64" fmla="*/ 4837894 h 6753884"/>
              <a:gd name="connsiteX65" fmla="*/ 2747277 w 6847888"/>
              <a:gd name="connsiteY65" fmla="*/ 5184314 h 6753884"/>
              <a:gd name="connsiteX66" fmla="*/ 2508759 w 6847888"/>
              <a:gd name="connsiteY66" fmla="*/ 5867983 h 6753884"/>
              <a:gd name="connsiteX67" fmla="*/ 1877212 w 6847888"/>
              <a:gd name="connsiteY67" fmla="*/ 6254619 h 6753884"/>
              <a:gd name="connsiteX68" fmla="*/ 1793956 w 6847888"/>
              <a:gd name="connsiteY68" fmla="*/ 5594938 h 6753884"/>
              <a:gd name="connsiteX69" fmla="*/ 2825282 w 6847888"/>
              <a:gd name="connsiteY69" fmla="*/ 4769457 h 6753884"/>
              <a:gd name="connsiteX70" fmla="*/ 2843283 w 6847888"/>
              <a:gd name="connsiteY70" fmla="*/ 4338371 h 6753884"/>
              <a:gd name="connsiteX71" fmla="*/ 2509509 w 6847888"/>
              <a:gd name="connsiteY71" fmla="*/ 4184563 h 6753884"/>
              <a:gd name="connsiteX72" fmla="*/ 2145732 w 6847888"/>
              <a:gd name="connsiteY72" fmla="*/ 4312267 h 6753884"/>
              <a:gd name="connsiteX73" fmla="*/ 1745953 w 6847888"/>
              <a:gd name="connsiteY73" fmla="*/ 4757462 h 6753884"/>
              <a:gd name="connsiteX74" fmla="*/ 1410678 w 6847888"/>
              <a:gd name="connsiteY74" fmla="*/ 4810378 h 6753884"/>
              <a:gd name="connsiteX75" fmla="*/ 1519436 w 6847888"/>
              <a:gd name="connsiteY75" fmla="*/ 4450552 h 6753884"/>
              <a:gd name="connsiteX76" fmla="*/ 2177235 w 6847888"/>
              <a:gd name="connsiteY76" fmla="*/ 4061094 h 6753884"/>
              <a:gd name="connsiteX77" fmla="*/ 2236489 w 6847888"/>
              <a:gd name="connsiteY77" fmla="*/ 3792989 h 6753884"/>
              <a:gd name="connsiteX78" fmla="*/ 1943218 w 6847888"/>
              <a:gd name="connsiteY78" fmla="*/ 3725256 h 6753884"/>
              <a:gd name="connsiteX79" fmla="*/ 1646195 w 6847888"/>
              <a:gd name="connsiteY79" fmla="*/ 3769000 h 6753884"/>
              <a:gd name="connsiteX80" fmla="*/ 1475933 w 6847888"/>
              <a:gd name="connsiteY80" fmla="*/ 3821210 h 6753884"/>
              <a:gd name="connsiteX81" fmla="*/ 773301 w 6847888"/>
              <a:gd name="connsiteY81" fmla="*/ 4138496 h 6753884"/>
              <a:gd name="connsiteX82" fmla="*/ 10449 w 6847888"/>
              <a:gd name="connsiteY82" fmla="*/ 4282644 h 6753884"/>
              <a:gd name="connsiteX83" fmla="*/ 698113 w 6847888"/>
              <a:gd name="connsiteY83" fmla="*/ 3885768 h 6753884"/>
              <a:gd name="connsiteX84" fmla="*/ 1569689 w 6847888"/>
              <a:gd name="connsiteY84" fmla="*/ 3693508 h 6753884"/>
              <a:gd name="connsiteX85" fmla="*/ 1871212 w 6847888"/>
              <a:gd name="connsiteY85" fmla="*/ 3598260 h 6753884"/>
              <a:gd name="connsiteX86" fmla="*/ 2129231 w 6847888"/>
              <a:gd name="connsiteY86" fmla="*/ 3361198 h 6753884"/>
              <a:gd name="connsiteX87" fmla="*/ 1946218 w 6847888"/>
              <a:gd name="connsiteY87" fmla="*/ 3168586 h 6753884"/>
              <a:gd name="connsiteX88" fmla="*/ 1078525 w 6847888"/>
              <a:gd name="connsiteY88" fmla="*/ 3261717 h 6753884"/>
              <a:gd name="connsiteX89" fmla="*/ 355264 w 6847888"/>
              <a:gd name="connsiteY89" fmla="*/ 3077920 h 6753884"/>
              <a:gd name="connsiteX90" fmla="*/ 1270418 w 6847888"/>
              <a:gd name="connsiteY90" fmla="*/ 3019717 h 6753884"/>
              <a:gd name="connsiteX91" fmla="*/ 1876462 w 6847888"/>
              <a:gd name="connsiteY91" fmla="*/ 2963274 h 6753884"/>
              <a:gd name="connsiteX92" fmla="*/ 2046289 w 6847888"/>
              <a:gd name="connsiteY92" fmla="*/ 2552361 h 6753884"/>
              <a:gd name="connsiteX93" fmla="*/ 1608020 w 6847888"/>
              <a:gd name="connsiteY93" fmla="*/ 2243943 h 6753884"/>
              <a:gd name="connsiteX94" fmla="*/ 884360 w 6847888"/>
              <a:gd name="connsiteY94" fmla="*/ 1671796 h 6753884"/>
              <a:gd name="connsiteX95" fmla="*/ 1677807 w 6847888"/>
              <a:gd name="connsiteY95" fmla="*/ 2125859 h 6753884"/>
              <a:gd name="connsiteX96" fmla="*/ 2480999 w 6847888"/>
              <a:gd name="connsiteY96" fmla="*/ 2291025 h 6753884"/>
              <a:gd name="connsiteX97" fmla="*/ 2789337 w 6847888"/>
              <a:gd name="connsiteY97" fmla="*/ 1973660 h 6753884"/>
              <a:gd name="connsiteX98" fmla="*/ 2605228 w 6847888"/>
              <a:gd name="connsiteY98" fmla="*/ 1554212 h 6753884"/>
              <a:gd name="connsiteX99" fmla="*/ 1886011 w 6847888"/>
              <a:gd name="connsiteY99" fmla="*/ 841920 h 6753884"/>
              <a:gd name="connsiteX100" fmla="*/ 2701797 w 6847888"/>
              <a:gd name="connsiteY100" fmla="*/ 1488981 h 6753884"/>
              <a:gd name="connsiteX101" fmla="*/ 3003046 w 6847888"/>
              <a:gd name="connsiteY101" fmla="*/ 1694006 h 6753884"/>
              <a:gd name="connsiteX102" fmla="*/ 3172858 w 6847888"/>
              <a:gd name="connsiteY102" fmla="*/ 1616116 h 6753884"/>
              <a:gd name="connsiteX103" fmla="*/ 3170310 w 6847888"/>
              <a:gd name="connsiteY103" fmla="*/ 1323597 h 6753884"/>
              <a:gd name="connsiteX104" fmla="*/ 2928026 w 6847888"/>
              <a:gd name="connsiteY104" fmla="*/ 677624 h 6753884"/>
              <a:gd name="connsiteX105" fmla="*/ 3225507 w 6847888"/>
              <a:gd name="connsiteY105" fmla="*/ 1291714 h 6753884"/>
              <a:gd name="connsiteX106" fmla="*/ 3426679 w 6847888"/>
              <a:gd name="connsiteY106" fmla="*/ 1486720 h 6753884"/>
              <a:gd name="connsiteX107" fmla="*/ 3527334 w 6847888"/>
              <a:gd name="connsiteY107" fmla="*/ 1399091 h 6753884"/>
              <a:gd name="connsiteX108" fmla="*/ 3537085 w 6847888"/>
              <a:gd name="connsiteY108" fmla="*/ 1104881 h 6753884"/>
              <a:gd name="connsiteX109" fmla="*/ 3372073 w 6847888"/>
              <a:gd name="connsiteY109" fmla="*/ 293510 h 6753884"/>
              <a:gd name="connsiteX110" fmla="*/ 3704348 w 6847888"/>
              <a:gd name="connsiteY110" fmla="*/ 5 h 675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6847888" h="6753884">
                <a:moveTo>
                  <a:pt x="3704348" y="5"/>
                </a:moveTo>
                <a:cubicBezTo>
                  <a:pt x="3810646" y="-809"/>
                  <a:pt x="4026723" y="117124"/>
                  <a:pt x="4005720" y="361947"/>
                </a:cubicBezTo>
                <a:cubicBezTo>
                  <a:pt x="3986743" y="580216"/>
                  <a:pt x="3787229" y="901450"/>
                  <a:pt x="3756101" y="1075954"/>
                </a:cubicBezTo>
                <a:cubicBezTo>
                  <a:pt x="3742751" y="1176844"/>
                  <a:pt x="3745600" y="1330654"/>
                  <a:pt x="3808606" y="1408969"/>
                </a:cubicBezTo>
                <a:cubicBezTo>
                  <a:pt x="3880610" y="1486578"/>
                  <a:pt x="4030324" y="1512685"/>
                  <a:pt x="4102330" y="1405443"/>
                </a:cubicBezTo>
                <a:cubicBezTo>
                  <a:pt x="4185586" y="1287617"/>
                  <a:pt x="4206888" y="1092324"/>
                  <a:pt x="4189935" y="955591"/>
                </a:cubicBezTo>
                <a:cubicBezTo>
                  <a:pt x="4179856" y="789440"/>
                  <a:pt x="4293168" y="715308"/>
                  <a:pt x="4386903" y="729816"/>
                </a:cubicBezTo>
                <a:cubicBezTo>
                  <a:pt x="4480638" y="744325"/>
                  <a:pt x="4529242" y="877503"/>
                  <a:pt x="4462508" y="1003700"/>
                </a:cubicBezTo>
                <a:cubicBezTo>
                  <a:pt x="4392324" y="1120160"/>
                  <a:pt x="4279766" y="1338885"/>
                  <a:pt x="4290141" y="1451300"/>
                </a:cubicBezTo>
                <a:cubicBezTo>
                  <a:pt x="4288366" y="1524678"/>
                  <a:pt x="4391924" y="1561977"/>
                  <a:pt x="4479906" y="1558119"/>
                </a:cubicBezTo>
                <a:cubicBezTo>
                  <a:pt x="4599916" y="1551769"/>
                  <a:pt x="4630666" y="1394858"/>
                  <a:pt x="4652418" y="1291849"/>
                </a:cubicBezTo>
                <a:cubicBezTo>
                  <a:pt x="4692172" y="1095709"/>
                  <a:pt x="4755176" y="909446"/>
                  <a:pt x="4765676" y="714012"/>
                </a:cubicBezTo>
                <a:cubicBezTo>
                  <a:pt x="4790178" y="564532"/>
                  <a:pt x="4759676" y="492802"/>
                  <a:pt x="4799428" y="394967"/>
                </a:cubicBezTo>
                <a:cubicBezTo>
                  <a:pt x="4841432" y="238337"/>
                  <a:pt x="4931439" y="146757"/>
                  <a:pt x="5004194" y="127002"/>
                </a:cubicBezTo>
                <a:cubicBezTo>
                  <a:pt x="5150010" y="75499"/>
                  <a:pt x="5211817" y="169191"/>
                  <a:pt x="5239118" y="192050"/>
                </a:cubicBezTo>
                <a:cubicBezTo>
                  <a:pt x="5299674" y="250846"/>
                  <a:pt x="5296994" y="393292"/>
                  <a:pt x="5208812" y="577136"/>
                </a:cubicBezTo>
                <a:cubicBezTo>
                  <a:pt x="5067800" y="821536"/>
                  <a:pt x="4525658" y="1443540"/>
                  <a:pt x="4785928" y="1648852"/>
                </a:cubicBezTo>
                <a:cubicBezTo>
                  <a:pt x="4920938" y="1725051"/>
                  <a:pt x="5009743" y="1637420"/>
                  <a:pt x="5084152" y="1573924"/>
                </a:cubicBezTo>
                <a:cubicBezTo>
                  <a:pt x="5127654" y="1540058"/>
                  <a:pt x="5352230" y="1344488"/>
                  <a:pt x="5454388" y="1220876"/>
                </a:cubicBezTo>
                <a:cubicBezTo>
                  <a:pt x="5595400" y="1069185"/>
                  <a:pt x="5664252" y="970828"/>
                  <a:pt x="5820412" y="791621"/>
                </a:cubicBezTo>
                <a:cubicBezTo>
                  <a:pt x="5968922" y="636402"/>
                  <a:pt x="6229786" y="490356"/>
                  <a:pt x="6488554" y="699901"/>
                </a:cubicBezTo>
                <a:cubicBezTo>
                  <a:pt x="6742073" y="1018099"/>
                  <a:pt x="6400803" y="1304555"/>
                  <a:pt x="6192287" y="1353942"/>
                </a:cubicBezTo>
                <a:cubicBezTo>
                  <a:pt x="5889261" y="1436635"/>
                  <a:pt x="5698873" y="1491549"/>
                  <a:pt x="5480803" y="1591998"/>
                </a:cubicBezTo>
                <a:cubicBezTo>
                  <a:pt x="5253910" y="1696510"/>
                  <a:pt x="4931590" y="1809017"/>
                  <a:pt x="4996546" y="2136796"/>
                </a:cubicBezTo>
                <a:cubicBezTo>
                  <a:pt x="5046203" y="2240795"/>
                  <a:pt x="5220216" y="2280734"/>
                  <a:pt x="5316970" y="2261685"/>
                </a:cubicBezTo>
                <a:cubicBezTo>
                  <a:pt x="5465506" y="2226691"/>
                  <a:pt x="5685666" y="2149966"/>
                  <a:pt x="5832552" y="2059893"/>
                </a:cubicBezTo>
                <a:cubicBezTo>
                  <a:pt x="5944310" y="1983412"/>
                  <a:pt x="6085200" y="1766699"/>
                  <a:pt x="6198284" y="1721240"/>
                </a:cubicBezTo>
                <a:cubicBezTo>
                  <a:pt x="6311367" y="1675781"/>
                  <a:pt x="6409799" y="1653087"/>
                  <a:pt x="6511057" y="1787139"/>
                </a:cubicBezTo>
                <a:cubicBezTo>
                  <a:pt x="6586814" y="1937277"/>
                  <a:pt x="6450153" y="2050727"/>
                  <a:pt x="6338392" y="2109428"/>
                </a:cubicBezTo>
                <a:cubicBezTo>
                  <a:pt x="6216682" y="2164201"/>
                  <a:pt x="6007516" y="2152934"/>
                  <a:pt x="5894660" y="2187178"/>
                </a:cubicBezTo>
                <a:cubicBezTo>
                  <a:pt x="5781804" y="2221422"/>
                  <a:pt x="5522488" y="2346487"/>
                  <a:pt x="5350720" y="2509611"/>
                </a:cubicBezTo>
                <a:cubicBezTo>
                  <a:pt x="5241060" y="2619816"/>
                  <a:pt x="5275712" y="2737504"/>
                  <a:pt x="5337966" y="2841924"/>
                </a:cubicBezTo>
                <a:cubicBezTo>
                  <a:pt x="5400220" y="2946343"/>
                  <a:pt x="5592838" y="2982464"/>
                  <a:pt x="5722747" y="2939991"/>
                </a:cubicBezTo>
                <a:cubicBezTo>
                  <a:pt x="5947168" y="2871978"/>
                  <a:pt x="6241035" y="2686984"/>
                  <a:pt x="6365545" y="2659891"/>
                </a:cubicBezTo>
                <a:cubicBezTo>
                  <a:pt x="6512556" y="2630965"/>
                  <a:pt x="6751074" y="2582282"/>
                  <a:pt x="6772825" y="2757962"/>
                </a:cubicBezTo>
                <a:cubicBezTo>
                  <a:pt x="6792326" y="2934346"/>
                  <a:pt x="6647566" y="3011956"/>
                  <a:pt x="6450302" y="3041588"/>
                </a:cubicBezTo>
                <a:cubicBezTo>
                  <a:pt x="6314542" y="3061344"/>
                  <a:pt x="6067777" y="3008996"/>
                  <a:pt x="5794002" y="3061344"/>
                </a:cubicBezTo>
                <a:cubicBezTo>
                  <a:pt x="5694092" y="3093797"/>
                  <a:pt x="5565984" y="3135708"/>
                  <a:pt x="5566884" y="3295578"/>
                </a:cubicBezTo>
                <a:cubicBezTo>
                  <a:pt x="5584136" y="3394602"/>
                  <a:pt x="5764046" y="3461148"/>
                  <a:pt x="5924786" y="3470206"/>
                </a:cubicBezTo>
                <a:cubicBezTo>
                  <a:pt x="6241250" y="3470455"/>
                  <a:pt x="6675030" y="3353870"/>
                  <a:pt x="6646448" y="3568310"/>
                </a:cubicBezTo>
                <a:cubicBezTo>
                  <a:pt x="6606736" y="3806610"/>
                  <a:pt x="6208178" y="3558109"/>
                  <a:pt x="5957990" y="3543273"/>
                </a:cubicBezTo>
                <a:cubicBezTo>
                  <a:pt x="5890802" y="3537398"/>
                  <a:pt x="5745062" y="3544992"/>
                  <a:pt x="5679994" y="3559455"/>
                </a:cubicBezTo>
                <a:cubicBezTo>
                  <a:pt x="5453044" y="3598970"/>
                  <a:pt x="5291757" y="3892894"/>
                  <a:pt x="5639035" y="4035837"/>
                </a:cubicBezTo>
                <a:cubicBezTo>
                  <a:pt x="5961740" y="4167682"/>
                  <a:pt x="6953080" y="3913801"/>
                  <a:pt x="6838762" y="4397663"/>
                </a:cubicBezTo>
                <a:cubicBezTo>
                  <a:pt x="6705978" y="4839592"/>
                  <a:pt x="6223310" y="4344608"/>
                  <a:pt x="5833001" y="4238897"/>
                </a:cubicBezTo>
                <a:cubicBezTo>
                  <a:pt x="5646234" y="4186402"/>
                  <a:pt x="5306312" y="4159727"/>
                  <a:pt x="5215709" y="4274451"/>
                </a:cubicBezTo>
                <a:cubicBezTo>
                  <a:pt x="5163956" y="4333010"/>
                  <a:pt x="5115501" y="4416966"/>
                  <a:pt x="5136502" y="4515036"/>
                </a:cubicBezTo>
                <a:cubicBezTo>
                  <a:pt x="5159005" y="4603405"/>
                  <a:pt x="5300256" y="4745093"/>
                  <a:pt x="5480660" y="4848320"/>
                </a:cubicBezTo>
                <a:cubicBezTo>
                  <a:pt x="5689832" y="4949866"/>
                  <a:pt x="6354463" y="5164998"/>
                  <a:pt x="6101276" y="5412584"/>
                </a:cubicBezTo>
                <a:cubicBezTo>
                  <a:pt x="5865496" y="5624531"/>
                  <a:pt x="5484828" y="5051110"/>
                  <a:pt x="5335310" y="4941769"/>
                </a:cubicBezTo>
                <a:cubicBezTo>
                  <a:pt x="5119438" y="4860879"/>
                  <a:pt x="4989844" y="4856833"/>
                  <a:pt x="4887530" y="4918188"/>
                </a:cubicBezTo>
                <a:cubicBezTo>
                  <a:pt x="4794522" y="5004970"/>
                  <a:pt x="4697526" y="5071784"/>
                  <a:pt x="4721424" y="5309901"/>
                </a:cubicBezTo>
                <a:cubicBezTo>
                  <a:pt x="4755926" y="5583650"/>
                  <a:pt x="4727188" y="5504030"/>
                  <a:pt x="4794693" y="5776368"/>
                </a:cubicBezTo>
                <a:cubicBezTo>
                  <a:pt x="4904951" y="6155243"/>
                  <a:pt x="5127484" y="6709559"/>
                  <a:pt x="4843214" y="6753302"/>
                </a:cubicBezTo>
                <a:cubicBezTo>
                  <a:pt x="4588196" y="6769530"/>
                  <a:pt x="4579617" y="6445041"/>
                  <a:pt x="4621620" y="6003373"/>
                </a:cubicBezTo>
                <a:cubicBezTo>
                  <a:pt x="4647170" y="5698890"/>
                  <a:pt x="4617916" y="5550657"/>
                  <a:pt x="4542910" y="5278318"/>
                </a:cubicBezTo>
                <a:cubicBezTo>
                  <a:pt x="4468702" y="5079954"/>
                  <a:pt x="4391774" y="4988312"/>
                  <a:pt x="4284891" y="4931956"/>
                </a:cubicBezTo>
                <a:cubicBezTo>
                  <a:pt x="4178008" y="4875601"/>
                  <a:pt x="4014121" y="4892209"/>
                  <a:pt x="3901613" y="4940185"/>
                </a:cubicBezTo>
                <a:cubicBezTo>
                  <a:pt x="3743350" y="5001568"/>
                  <a:pt x="3741100" y="5120815"/>
                  <a:pt x="3718599" y="5262629"/>
                </a:cubicBezTo>
                <a:cubicBezTo>
                  <a:pt x="3709598" y="5410793"/>
                  <a:pt x="3737350" y="5450302"/>
                  <a:pt x="3768102" y="5681014"/>
                </a:cubicBezTo>
                <a:cubicBezTo>
                  <a:pt x="3780853" y="5856693"/>
                  <a:pt x="3746350" y="6098694"/>
                  <a:pt x="3541585" y="6112805"/>
                </a:cubicBezTo>
                <a:cubicBezTo>
                  <a:pt x="3324820" y="6102222"/>
                  <a:pt x="3348072" y="5776967"/>
                  <a:pt x="3390074" y="5647148"/>
                </a:cubicBezTo>
                <a:cubicBezTo>
                  <a:pt x="3432077" y="5517329"/>
                  <a:pt x="3522084" y="5376221"/>
                  <a:pt x="3530334" y="5252751"/>
                </a:cubicBezTo>
                <a:cubicBezTo>
                  <a:pt x="3538585" y="5129281"/>
                  <a:pt x="3505583" y="4974063"/>
                  <a:pt x="3438078" y="4904921"/>
                </a:cubicBezTo>
                <a:cubicBezTo>
                  <a:pt x="3370573" y="4835777"/>
                  <a:pt x="3245314" y="4820961"/>
                  <a:pt x="3123805" y="4837894"/>
                </a:cubicBezTo>
                <a:cubicBezTo>
                  <a:pt x="2952042" y="4883754"/>
                  <a:pt x="2850034" y="5012867"/>
                  <a:pt x="2747277" y="5184314"/>
                </a:cubicBezTo>
                <a:cubicBezTo>
                  <a:pt x="2644519" y="5355760"/>
                  <a:pt x="2559763" y="5625982"/>
                  <a:pt x="2508759" y="5867983"/>
                </a:cubicBezTo>
                <a:cubicBezTo>
                  <a:pt x="2460755" y="6006268"/>
                  <a:pt x="2223738" y="6403487"/>
                  <a:pt x="1877212" y="6254619"/>
                </a:cubicBezTo>
                <a:cubicBezTo>
                  <a:pt x="1636444" y="6171364"/>
                  <a:pt x="1607193" y="5793900"/>
                  <a:pt x="1793956" y="5594938"/>
                </a:cubicBezTo>
                <a:cubicBezTo>
                  <a:pt x="2088728" y="5283090"/>
                  <a:pt x="2592015" y="5170203"/>
                  <a:pt x="2825282" y="4769457"/>
                </a:cubicBezTo>
                <a:cubicBezTo>
                  <a:pt x="2918289" y="4595893"/>
                  <a:pt x="2895788" y="4435736"/>
                  <a:pt x="2843283" y="4338371"/>
                </a:cubicBezTo>
                <a:cubicBezTo>
                  <a:pt x="2790780" y="4241007"/>
                  <a:pt x="2641519" y="4190208"/>
                  <a:pt x="2509509" y="4184563"/>
                </a:cubicBezTo>
                <a:cubicBezTo>
                  <a:pt x="2358748" y="4181741"/>
                  <a:pt x="2273241" y="4217018"/>
                  <a:pt x="2145732" y="4312267"/>
                </a:cubicBezTo>
                <a:cubicBezTo>
                  <a:pt x="2018222" y="4407514"/>
                  <a:pt x="1852461" y="4674914"/>
                  <a:pt x="1745953" y="4757462"/>
                </a:cubicBezTo>
                <a:cubicBezTo>
                  <a:pt x="1658196" y="4843537"/>
                  <a:pt x="1498434" y="4878110"/>
                  <a:pt x="1410678" y="4810378"/>
                </a:cubicBezTo>
                <a:cubicBezTo>
                  <a:pt x="1280168" y="4721480"/>
                  <a:pt x="1403177" y="4498529"/>
                  <a:pt x="1519436" y="4450552"/>
                </a:cubicBezTo>
                <a:cubicBezTo>
                  <a:pt x="1787955" y="4347544"/>
                  <a:pt x="2057226" y="4170453"/>
                  <a:pt x="2177235" y="4061094"/>
                </a:cubicBezTo>
                <a:cubicBezTo>
                  <a:pt x="2297244" y="3951736"/>
                  <a:pt x="2282993" y="3869892"/>
                  <a:pt x="2236489" y="3792989"/>
                </a:cubicBezTo>
                <a:cubicBezTo>
                  <a:pt x="2154732" y="3718907"/>
                  <a:pt x="2105229" y="3718202"/>
                  <a:pt x="1943218" y="3725256"/>
                </a:cubicBezTo>
                <a:cubicBezTo>
                  <a:pt x="1769954" y="3730901"/>
                  <a:pt x="1718201" y="3759123"/>
                  <a:pt x="1646195" y="3769000"/>
                </a:cubicBezTo>
                <a:cubicBezTo>
                  <a:pt x="1589191" y="3786639"/>
                  <a:pt x="1621415" y="3759627"/>
                  <a:pt x="1475933" y="3821210"/>
                </a:cubicBezTo>
                <a:cubicBezTo>
                  <a:pt x="1330451" y="3882794"/>
                  <a:pt x="996953" y="4018334"/>
                  <a:pt x="773301" y="4138496"/>
                </a:cubicBezTo>
                <a:cubicBezTo>
                  <a:pt x="529052" y="4269722"/>
                  <a:pt x="137210" y="4545329"/>
                  <a:pt x="10449" y="4282644"/>
                </a:cubicBezTo>
                <a:cubicBezTo>
                  <a:pt x="-71518" y="4012081"/>
                  <a:pt x="344836" y="3944329"/>
                  <a:pt x="698113" y="3885768"/>
                </a:cubicBezTo>
                <a:cubicBezTo>
                  <a:pt x="971883" y="3849080"/>
                  <a:pt x="1374172" y="3741426"/>
                  <a:pt x="1569689" y="3693508"/>
                </a:cubicBezTo>
                <a:cubicBezTo>
                  <a:pt x="1765206" y="3645589"/>
                  <a:pt x="1770704" y="3640592"/>
                  <a:pt x="1871212" y="3598260"/>
                </a:cubicBezTo>
                <a:cubicBezTo>
                  <a:pt x="1961969" y="3542522"/>
                  <a:pt x="2122480" y="3500189"/>
                  <a:pt x="2129231" y="3361198"/>
                </a:cubicBezTo>
                <a:cubicBezTo>
                  <a:pt x="2131481" y="3239845"/>
                  <a:pt x="2060976" y="3207391"/>
                  <a:pt x="1946218" y="3168586"/>
                </a:cubicBezTo>
                <a:cubicBezTo>
                  <a:pt x="1771100" y="3152007"/>
                  <a:pt x="1388950" y="3204399"/>
                  <a:pt x="1078525" y="3261717"/>
                </a:cubicBezTo>
                <a:cubicBezTo>
                  <a:pt x="768100" y="3319035"/>
                  <a:pt x="334262" y="3420107"/>
                  <a:pt x="355264" y="3077920"/>
                </a:cubicBezTo>
                <a:cubicBezTo>
                  <a:pt x="419768" y="2677879"/>
                  <a:pt x="878138" y="2975268"/>
                  <a:pt x="1270418" y="3019717"/>
                </a:cubicBezTo>
                <a:cubicBezTo>
                  <a:pt x="1492434" y="3054994"/>
                  <a:pt x="1726451" y="3053583"/>
                  <a:pt x="1876462" y="2963274"/>
                </a:cubicBezTo>
                <a:cubicBezTo>
                  <a:pt x="1971719" y="2866615"/>
                  <a:pt x="2091030" y="2672250"/>
                  <a:pt x="2046289" y="2552361"/>
                </a:cubicBezTo>
                <a:cubicBezTo>
                  <a:pt x="2001549" y="2432472"/>
                  <a:pt x="1608041" y="2243980"/>
                  <a:pt x="1608020" y="2243943"/>
                </a:cubicBezTo>
                <a:cubicBezTo>
                  <a:pt x="1296260" y="2073846"/>
                  <a:pt x="701803" y="1907011"/>
                  <a:pt x="884360" y="1671796"/>
                </a:cubicBezTo>
                <a:cubicBezTo>
                  <a:pt x="1089824" y="1412656"/>
                  <a:pt x="1481682" y="1994995"/>
                  <a:pt x="1677807" y="2125859"/>
                </a:cubicBezTo>
                <a:cubicBezTo>
                  <a:pt x="2056079" y="2339783"/>
                  <a:pt x="2295745" y="2316391"/>
                  <a:pt x="2480999" y="2291025"/>
                </a:cubicBezTo>
                <a:cubicBezTo>
                  <a:pt x="2666255" y="2265659"/>
                  <a:pt x="2767530" y="2105153"/>
                  <a:pt x="2789337" y="1973660"/>
                </a:cubicBezTo>
                <a:cubicBezTo>
                  <a:pt x="2809717" y="1860696"/>
                  <a:pt x="2713780" y="1633569"/>
                  <a:pt x="2605228" y="1554212"/>
                </a:cubicBezTo>
                <a:cubicBezTo>
                  <a:pt x="2304269" y="1292718"/>
                  <a:pt x="1625026" y="1082788"/>
                  <a:pt x="1886011" y="841920"/>
                </a:cubicBezTo>
                <a:cubicBezTo>
                  <a:pt x="2137837" y="626183"/>
                  <a:pt x="2414335" y="1222589"/>
                  <a:pt x="2701797" y="1488981"/>
                </a:cubicBezTo>
                <a:cubicBezTo>
                  <a:pt x="2883834" y="1636745"/>
                  <a:pt x="2924536" y="1672817"/>
                  <a:pt x="3003046" y="1694006"/>
                </a:cubicBezTo>
                <a:cubicBezTo>
                  <a:pt x="3081556" y="1715196"/>
                  <a:pt x="3144981" y="1677851"/>
                  <a:pt x="3172858" y="1616116"/>
                </a:cubicBezTo>
                <a:cubicBezTo>
                  <a:pt x="3200735" y="1554382"/>
                  <a:pt x="3211115" y="1480012"/>
                  <a:pt x="3170310" y="1323597"/>
                </a:cubicBezTo>
                <a:cubicBezTo>
                  <a:pt x="3129505" y="1167182"/>
                  <a:pt x="2599438" y="804735"/>
                  <a:pt x="2928026" y="677624"/>
                </a:cubicBezTo>
                <a:cubicBezTo>
                  <a:pt x="3190782" y="552811"/>
                  <a:pt x="3103292" y="1038951"/>
                  <a:pt x="3225507" y="1291714"/>
                </a:cubicBezTo>
                <a:cubicBezTo>
                  <a:pt x="3297966" y="1401632"/>
                  <a:pt x="3343420" y="1480087"/>
                  <a:pt x="3426679" y="1486720"/>
                </a:cubicBezTo>
                <a:cubicBezTo>
                  <a:pt x="3501136" y="1491635"/>
                  <a:pt x="3501457" y="1464354"/>
                  <a:pt x="3527334" y="1399091"/>
                </a:cubicBezTo>
                <a:cubicBezTo>
                  <a:pt x="3548336" y="1340531"/>
                  <a:pt x="3548336" y="1183196"/>
                  <a:pt x="3537085" y="1104881"/>
                </a:cubicBezTo>
                <a:cubicBezTo>
                  <a:pt x="3511208" y="920618"/>
                  <a:pt x="3344196" y="477655"/>
                  <a:pt x="3372073" y="293510"/>
                </a:cubicBezTo>
                <a:cubicBezTo>
                  <a:pt x="3412576" y="117124"/>
                  <a:pt x="3498677" y="1580"/>
                  <a:pt x="3704348" y="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1008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1CD0F0-C157-4A74-85C5-3764950204CE}"/>
              </a:ext>
            </a:extLst>
          </p:cNvPr>
          <p:cNvSpPr/>
          <p:nvPr userDrawn="1"/>
        </p:nvSpPr>
        <p:spPr>
          <a:xfrm>
            <a:off x="0" y="0"/>
            <a:ext cx="12191999" cy="2552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A88E2B-8914-4A51-93D1-53EE236F8DAE}"/>
              </a:ext>
            </a:extLst>
          </p:cNvPr>
          <p:cNvGrpSpPr/>
          <p:nvPr userDrawn="1"/>
        </p:nvGrpSpPr>
        <p:grpSpPr>
          <a:xfrm>
            <a:off x="1" y="2543120"/>
            <a:ext cx="12192000" cy="92498"/>
            <a:chOff x="11445923" y="0"/>
            <a:chExt cx="1119115" cy="25522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3FC2A0-2C8C-454E-A2FC-805728A75C98}"/>
                </a:ext>
              </a:extLst>
            </p:cNvPr>
            <p:cNvSpPr/>
            <p:nvPr/>
          </p:nvSpPr>
          <p:spPr>
            <a:xfrm>
              <a:off x="11818961" y="0"/>
              <a:ext cx="373038" cy="25522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90C1EE-6A6F-42D3-83B8-026B5166B341}"/>
                </a:ext>
              </a:extLst>
            </p:cNvPr>
            <p:cNvSpPr/>
            <p:nvPr/>
          </p:nvSpPr>
          <p:spPr>
            <a:xfrm>
              <a:off x="11445923" y="0"/>
              <a:ext cx="373038" cy="255228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FA40F-A963-4E4B-8411-ED8116D801AE}"/>
                </a:ext>
              </a:extLst>
            </p:cNvPr>
            <p:cNvSpPr/>
            <p:nvPr/>
          </p:nvSpPr>
          <p:spPr>
            <a:xfrm>
              <a:off x="12192000" y="0"/>
              <a:ext cx="373038" cy="255228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457DA5-8BD8-4BD1-ABAC-1702790078A5}"/>
              </a:ext>
            </a:extLst>
          </p:cNvPr>
          <p:cNvGrpSpPr/>
          <p:nvPr userDrawn="1"/>
        </p:nvGrpSpPr>
        <p:grpSpPr>
          <a:xfrm>
            <a:off x="11126530" y="59960"/>
            <a:ext cx="983575" cy="1226175"/>
            <a:chOff x="8411919" y="701065"/>
            <a:chExt cx="2800065" cy="349070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D6D29-DDE2-45C1-A138-CADB303F7C9F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DC7CD9-2180-42AE-8704-20DBF67B1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D0A05A7-05C3-49E0-9D7D-F545E41AF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A9F57B-F0AC-4B12-9AF5-A2D627622BC2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285139-F2C4-446A-B33F-24C8A0E0D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D5932DE-97EB-4356-AB7E-C15C95618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91D568-C449-4AA9-82B1-532949781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8F475E-0095-4F26-BB26-022930977535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EFA47E-8BD9-48B8-8713-E45FE90BC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6E6CA7-B7F3-4621-A76D-BA617AA32E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4EE110-4344-4F52-A647-018872E82CB7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D380D3-EEA7-40C1-B43D-07CD1E39F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724384-2A2C-43ED-8941-9540034BD8C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0ACFEA-6181-41EB-8BED-A51527F7C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1BAF15-78AF-4795-B4FC-753D1EF9E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50C95F-629C-490C-8BAC-78DABCD85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A19A85-9EC7-455C-8DD6-187CB92EDEE4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7240E26-80CD-41EC-B8BB-D59466F37C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C3978A-C5FA-42C9-8D7B-F6438BA6096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388F42-C696-4539-BD00-F21F87F84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48E84D-1A6D-4271-8A0A-660F1B15D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2B5DA5F-B400-4F36-B83F-421F789314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4EE669-9E4C-4CA7-A3A7-33BC296CAA71}"/>
              </a:ext>
            </a:extLst>
          </p:cNvPr>
          <p:cNvGrpSpPr/>
          <p:nvPr userDrawn="1"/>
        </p:nvGrpSpPr>
        <p:grpSpPr>
          <a:xfrm rot="15730005">
            <a:off x="10036530" y="262594"/>
            <a:ext cx="983575" cy="1226175"/>
            <a:chOff x="8411919" y="701065"/>
            <a:chExt cx="2800065" cy="349070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C4FCD0-D80E-4BDE-A5CD-8F0BC7673FD2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A6BF7A-2F64-4D37-A80A-A731FAAE6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D40FFE-6973-4966-BE8A-2C8BFC6DE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8D0628B-4C25-405C-B92F-967A2F552D5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5B7347-0448-457F-8A6E-209E78A22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F3020F-2980-43D8-A6E1-A1C268398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62F092F-EF39-4548-B871-05F5F502C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36979FA-828A-48D4-9C8B-6F50EEDAC5A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0A29C4-0BDC-4C57-A752-FBD4848DD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95D661-139C-43DA-B191-64D4E3EB6F2C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0B6320-BEEA-4ED4-886F-54835A7A8DC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0C052C-0C49-45D2-95B4-EB71C5303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8C62899-030E-4CD7-8551-E8FB609D8372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753D3BE-5268-47BB-88DC-D80B00614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E2C63B3-FEBC-4E81-A83F-442EFD970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9839260-DA6B-4278-8342-339E9D7EE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A9196E6-7FB0-4C52-A592-204D37882FDF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F56BBE9-7A54-44FD-8960-0A51776C14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F9F36F4-C91F-4046-832E-002EF0AE5503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7280801-44E2-40E6-9915-0A3ADC263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3EA181D-8A90-4729-8E01-BAB32AE98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9547D6E-9ECC-481E-83BB-010BB8DA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17AD10F-453A-4E8D-AD1B-4B24EAEAFAD1}"/>
              </a:ext>
            </a:extLst>
          </p:cNvPr>
          <p:cNvGrpSpPr/>
          <p:nvPr userDrawn="1"/>
        </p:nvGrpSpPr>
        <p:grpSpPr>
          <a:xfrm rot="6889181">
            <a:off x="10412956" y="1601928"/>
            <a:ext cx="796471" cy="992922"/>
            <a:chOff x="8411919" y="701065"/>
            <a:chExt cx="2800065" cy="3490702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D64DF2-DC03-4DA2-8ECD-92414187EC81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6570102-6A32-4B3B-906D-BD8943799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C6062CC-F21A-41D5-B8B5-545A84281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B52F408-DC70-476B-A49E-0EC9DCC8A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5B904B-857F-43D9-88E8-9889A777C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EBCEDAA-E03D-4863-BBCD-A3499AB57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4D46D37-1080-4754-9469-9332FD8D44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25EE8BE-F561-4363-B07C-2A8568C849D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CDEA6CE-6883-439C-90F3-B68265182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9EBADE-0038-4448-AE69-7A30F68146A9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C478AC4-0F9A-4B28-B8AE-A5C3FC191FD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4C4057-53E5-4332-A8BC-0476466B1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6E5EB65-4860-47A3-A636-1D5B4086EBE5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726D1F-8E94-41C4-91B4-FE73F6CA4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C5EE4BC-D4F2-4506-A3BC-1F49233209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A371812-5AE7-41A7-8354-03341B0DD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B530347-4200-441B-ABAD-B145DCE83342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E61C81E-2924-483B-81DE-205FCB7A4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24DC81-1E85-4D25-9885-81ACFF8EF9C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F3CC859-CABB-414D-A81B-30AF7FDC4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5B7264-49F4-4210-9CA1-CF355D095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FED197B-9A2F-4634-9DE3-0062A5B45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A6F875E-26AF-47EC-80DA-4A202F58A299}"/>
              </a:ext>
            </a:extLst>
          </p:cNvPr>
          <p:cNvGrpSpPr/>
          <p:nvPr userDrawn="1"/>
        </p:nvGrpSpPr>
        <p:grpSpPr>
          <a:xfrm rot="20334324">
            <a:off x="11027040" y="751132"/>
            <a:ext cx="1164960" cy="1452298"/>
            <a:chOff x="8411919" y="701065"/>
            <a:chExt cx="2800065" cy="3490702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77BA5B5-C758-4877-800C-0C7E4D9CEBE4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83A37C0-EC73-49DF-8FB5-5ECE4448F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1BA5729-6339-4F12-87C6-59FE60733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2BFEE7-A77F-4E6A-9E50-307AEE0A93E3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402FDBD-1882-4637-A220-48C025A19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BB18570-115A-4B82-B5E8-DEFEE35E3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3A398FB-C068-4429-A23D-89DBCBB6F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B571856-F9E7-4ED8-B06C-57DFF6B9CC0F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A8CAEB4-E5DC-46B5-B31F-0CEF96845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1937CDF-54A0-4EB9-87AA-3A6F53380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EC0EDC4-79A2-48AC-9C2F-EC89AA5AF40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7274A9-AD57-4BC8-9D3E-4444CD75C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CE58877-41A8-426A-A97C-C7E929F3EBE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EBC82F-0A62-4539-9DAC-1F7078C43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A5A7A4C-C4AC-4031-8AE8-3C1D0B91D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3F73277-134F-4896-A41B-6121A4464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84486BE-FF72-4400-AED7-FC2F51FF896E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7E4E1DC-4629-41E4-881E-039F4A4E3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EBF3104-364F-4626-A5B8-05B4D1ADCA6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EA45D2F-F00F-4129-99E1-0B7C1B4A4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6CA710A-0CE7-4CEF-B09B-27A332D95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F51995-51FB-475E-94CD-AEE40B217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0D5CCF4-AEE8-4235-B77C-72150C7B86A8}"/>
              </a:ext>
            </a:extLst>
          </p:cNvPr>
          <p:cNvGrpSpPr/>
          <p:nvPr userDrawn="1"/>
        </p:nvGrpSpPr>
        <p:grpSpPr>
          <a:xfrm rot="20334324">
            <a:off x="9037156" y="71664"/>
            <a:ext cx="753407" cy="737354"/>
            <a:chOff x="8411919" y="701065"/>
            <a:chExt cx="2800065" cy="3490702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666712C-D9DC-4E1B-B224-EE2C1109D35C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3352840-ABD4-47EF-ADD9-AA88424C91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F6F136-D82F-4732-9A09-51877B300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357C639-5D19-43DF-9527-8D32F5DC8C97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9BA665B-04B0-4300-9EB4-1CFFE3ED4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F1951ED-ABFB-4722-9F63-B0B27E2C2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64E12DE-0E57-4B8F-A49C-688E0958E9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E4BC377-B444-49A0-A473-E947787673A9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6B46601-4F83-4893-8A97-6736B822C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7EEF4EC-D9C6-4972-9B35-88DF77520A96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B4C8D5-FD70-44AE-8137-B0A8F4ACCEA6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E403C5D-66B6-4B98-9623-F82EEB8A9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521883D-899C-437B-9424-C11E887F4C7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1EE4CB0-E6F1-4616-8CFD-ABC084189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D622344-682A-45AB-BDAC-D83955B30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3F36C3A-AAA2-43EC-A1CA-D5CCDC6E3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D7E67AE-8D68-43B6-A73E-4A33D1A25236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A0A232-916A-46A2-A7C1-987C26163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78AD056-AB72-4926-86BA-E77C4E1712F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189B293-9518-480B-92F2-B3FD6AE4D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9E57236-C826-4A70-BF3F-87A183C24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8F2DAEF-A763-4480-9B9B-5510A70DD6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4C772B-1928-4597-8A34-F77909439262}"/>
              </a:ext>
            </a:extLst>
          </p:cNvPr>
          <p:cNvGrpSpPr/>
          <p:nvPr userDrawn="1"/>
        </p:nvGrpSpPr>
        <p:grpSpPr>
          <a:xfrm rot="19421998">
            <a:off x="9748081" y="1384230"/>
            <a:ext cx="717208" cy="701926"/>
            <a:chOff x="8411919" y="701065"/>
            <a:chExt cx="2800065" cy="349070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89472D-6102-4681-8E55-2C5794EE4E05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D7A623-A535-43CF-9E20-EB48163EB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4DDAD5E-B095-422F-B6CD-672CE6F95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8204260-9189-46EB-869A-E95AE40889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B13CB03-7EDD-43E9-A3EE-08A70D250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24ACA07-2AC8-4301-AF7A-F872F5BCB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E9DDC0C-BE86-40AC-BA9D-02E3CE7A1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4D754C4-75A5-4238-AA8C-BB7B243E723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819C5E5-16FB-4BD7-ABFF-2AFB5E55E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C7A9859-4815-4EA4-8F65-F968C9FC849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7B13CD7-AC6F-456F-9E2D-A202EA93C04D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2B697B7-B1AF-408B-A9B5-014F75EB3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FF57946-E60E-4726-9F65-63637C96D9AC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B79018-A974-42C3-9327-9EE494BBB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027431D-F6A9-4475-92D1-2C456BFCE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0266C-E548-470A-8A98-08A02F3E2E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7175B15-68E2-4A5E-9813-8991CCF80A48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A100DAD-AFB1-40DB-ADE7-B83F5DD896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20490C3-05EB-4F8F-B133-39AC8E8CA87F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64D449B-2D2F-4B3F-8257-1F8D0DD91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C287B58-6106-4047-BAA2-C3406DDB2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B63D3A8-33D6-4BC7-8CC9-857AAE669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7F06A6F-6318-483E-B452-C88B27C43350}"/>
              </a:ext>
            </a:extLst>
          </p:cNvPr>
          <p:cNvGrpSpPr/>
          <p:nvPr userDrawn="1"/>
        </p:nvGrpSpPr>
        <p:grpSpPr>
          <a:xfrm rot="19421998">
            <a:off x="9244413" y="1325575"/>
            <a:ext cx="458379" cy="448611"/>
            <a:chOff x="8411919" y="701065"/>
            <a:chExt cx="2800065" cy="3490702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1CD7AF-1692-4440-B8BA-E670A60CBCCA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356FF31-B953-4F4E-B596-E60EA148F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C49752A-D43C-45B6-993D-EA5E0844C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753FBDD-B18B-409C-A47A-F97D2E3F5EF6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1749067-1D7E-4678-B43D-843D42744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B90CE84-57B1-4386-B44F-156E4FFC6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5B6C08B-4B3D-4F15-9BA5-AB40A1E1F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C1DF333-9292-43D8-96FF-D38D03FC80C0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C4CB3EA-34E0-4265-818A-640BBCAED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85D7418-DA23-4D62-ADDA-A33D8629D46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DA01C98-3668-44DC-BD8A-21C1F9B9CC2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7874D64-B6D5-4B26-9D31-C32312A1F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7A0BDD8-5F2F-4871-AC80-15065F48B7B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74FF47B-975B-495B-AFA7-626EA3CB0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979DDAC-383E-484D-AD43-6040954E5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E20253B-FE44-45FD-9073-793A2ACD3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A967840-EB8D-4A8D-9023-BA05C472301C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BFA0587-ECDE-4476-B6DA-8C1636CCCB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332D652-2851-49FA-9380-17419EF0B2E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AB93698-E5DF-418F-84ED-95993EFBD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253BEA4-85D6-4559-8CD4-CD651FA04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33186F57-FF32-469C-8E8F-0D5A121C0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39A1B71-4BFB-417F-8ADF-A50673257A72}"/>
              </a:ext>
            </a:extLst>
          </p:cNvPr>
          <p:cNvGrpSpPr/>
          <p:nvPr userDrawn="1"/>
        </p:nvGrpSpPr>
        <p:grpSpPr>
          <a:xfrm rot="19421998">
            <a:off x="10765083" y="43767"/>
            <a:ext cx="412730" cy="403935"/>
            <a:chOff x="8411919" y="701065"/>
            <a:chExt cx="2800065" cy="349070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5970A27-55A6-4D07-8C70-C55D06337EBD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83ABF58-61A0-409C-A57E-EA1E39EFB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072E919-222D-4E11-9FBF-4092D8A0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669C07E-C483-453C-AAEC-C3FBEDB040FD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44DE8EA-742F-48A6-BEBC-F6781301ED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6CB3F9E-2089-4472-92AB-7C98031C0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0B846A2-CA79-4A17-A686-E022D5745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719E7FB7-9E8D-44B6-8718-865071D5016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D0C8432-AFF4-4746-83E6-40A3AD7EB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E4C7F024-C3FD-44DA-B543-9D4C33842F0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1DFA92C-51B2-4F6C-AE96-147198D89D7A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F9FB3DC-4DAF-4AAE-9F4C-EFB7B0B94E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FEA2574-D8E8-4BE5-9DEF-F08B7AF24CB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C142A40-9738-4197-9048-6E3CE2822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05D9C8-371D-4CB4-967D-A728CB6DE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EB1DF40-1EA3-479A-8E44-C460A0911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194C8E4-D8F1-4623-8319-FC3C7547D1E9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C2521ABC-062E-4457-999D-4BC3DE953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94EDE13-F833-42D7-A127-BB45FBFCB58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6DD19A0-42AC-4680-A070-B7D26A7EC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4823B065-A184-4DE8-A2E9-BD9454771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6A0FAEF-9B32-47C8-BD6B-48A2993CE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C54488B-4AA8-4A29-9071-60D6AF00DA6E}"/>
              </a:ext>
            </a:extLst>
          </p:cNvPr>
          <p:cNvSpPr/>
          <p:nvPr userDrawn="1"/>
        </p:nvSpPr>
        <p:spPr>
          <a:xfrm>
            <a:off x="11445923" y="0"/>
            <a:ext cx="373038" cy="25522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AA5F804-B564-42DA-88D6-915FE7EFD1E7}"/>
              </a:ext>
            </a:extLst>
          </p:cNvPr>
          <p:cNvSpPr/>
          <p:nvPr userDrawn="1"/>
        </p:nvSpPr>
        <p:spPr>
          <a:xfrm>
            <a:off x="11818961" y="0"/>
            <a:ext cx="373038" cy="2552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5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5295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1615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9993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3095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9058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7097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1014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106775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80706" y="395209"/>
            <a:ext cx="11617291" cy="29088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858527" y="2695539"/>
            <a:ext cx="2161509" cy="2160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628466" y="2695539"/>
            <a:ext cx="2161509" cy="2160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6398405" y="2695539"/>
            <a:ext cx="2161509" cy="2160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9168343" y="2695539"/>
            <a:ext cx="2161509" cy="2160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479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 AND CONTENTS LAYOUT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729574" y="1515298"/>
            <a:ext cx="3300639" cy="478017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58" hasCustomPrompt="1"/>
          </p:nvPr>
        </p:nvSpPr>
        <p:spPr>
          <a:xfrm>
            <a:off x="8212091" y="1515298"/>
            <a:ext cx="3300639" cy="478017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E1361B6-8316-4AC7-8C5C-5371D9A5B6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0648"/>
            <a:ext cx="12192000" cy="801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BASIC LAYOUT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60320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NG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5856322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6796571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ADD85E6C-2694-4BB6-B396-E6F812C019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3255649"/>
            <a:ext cx="11904055" cy="3602353"/>
          </a:xfrm>
          <a:custGeom>
            <a:avLst/>
            <a:gdLst>
              <a:gd name="connsiteX0" fmla="*/ 11582341 w 11904055"/>
              <a:gd name="connsiteY0" fmla="*/ 2503750 h 3602353"/>
              <a:gd name="connsiteX1" fmla="*/ 11769730 w 11904055"/>
              <a:gd name="connsiteY1" fmla="*/ 2573468 h 3602353"/>
              <a:gd name="connsiteX2" fmla="*/ 11833752 w 11904055"/>
              <a:gd name="connsiteY2" fmla="*/ 3052873 h 3602353"/>
              <a:gd name="connsiteX3" fmla="*/ 11413744 w 11904055"/>
              <a:gd name="connsiteY3" fmla="*/ 3602352 h 3602353"/>
              <a:gd name="connsiteX4" fmla="*/ 10552808 w 11904055"/>
              <a:gd name="connsiteY4" fmla="*/ 3602352 h 3602353"/>
              <a:gd name="connsiteX5" fmla="*/ 11290325 w 11904055"/>
              <a:gd name="connsiteY5" fmla="*/ 2637490 h 3602353"/>
              <a:gd name="connsiteX6" fmla="*/ 11582341 w 11904055"/>
              <a:gd name="connsiteY6" fmla="*/ 2503750 h 3602353"/>
              <a:gd name="connsiteX7" fmla="*/ 10782012 w 11904055"/>
              <a:gd name="connsiteY7" fmla="*/ 2174396 h 3602353"/>
              <a:gd name="connsiteX8" fmla="*/ 10969399 w 11904055"/>
              <a:gd name="connsiteY8" fmla="*/ 2244113 h 3602353"/>
              <a:gd name="connsiteX9" fmla="*/ 11033422 w 11904055"/>
              <a:gd name="connsiteY9" fmla="*/ 2723518 h 3602353"/>
              <a:gd name="connsiteX10" fmla="*/ 10361662 w 11904055"/>
              <a:gd name="connsiteY10" fmla="*/ 3602352 h 3602353"/>
              <a:gd name="connsiteX11" fmla="*/ 9500727 w 11904055"/>
              <a:gd name="connsiteY11" fmla="*/ 3602352 h 3602353"/>
              <a:gd name="connsiteX12" fmla="*/ 10489995 w 11904055"/>
              <a:gd name="connsiteY12" fmla="*/ 2308135 h 3602353"/>
              <a:gd name="connsiteX13" fmla="*/ 10782012 w 11904055"/>
              <a:gd name="connsiteY13" fmla="*/ 2174396 h 3602353"/>
              <a:gd name="connsiteX14" fmla="*/ 1691966 w 11904055"/>
              <a:gd name="connsiteY14" fmla="*/ 1637118 h 3602353"/>
              <a:gd name="connsiteX15" fmla="*/ 1879354 w 11904055"/>
              <a:gd name="connsiteY15" fmla="*/ 1706836 h 3602353"/>
              <a:gd name="connsiteX16" fmla="*/ 1943376 w 11904055"/>
              <a:gd name="connsiteY16" fmla="*/ 2186241 h 3602353"/>
              <a:gd name="connsiteX17" fmla="*/ 860935 w 11904055"/>
              <a:gd name="connsiteY17" fmla="*/ 3602352 h 3602353"/>
              <a:gd name="connsiteX18" fmla="*/ 0 w 11904055"/>
              <a:gd name="connsiteY18" fmla="*/ 3602352 h 3602353"/>
              <a:gd name="connsiteX19" fmla="*/ 0 w 11904055"/>
              <a:gd name="connsiteY19" fmla="*/ 3602351 h 3602353"/>
              <a:gd name="connsiteX20" fmla="*/ 1399949 w 11904055"/>
              <a:gd name="connsiteY20" fmla="*/ 1770858 h 3602353"/>
              <a:gd name="connsiteX21" fmla="*/ 1691966 w 11904055"/>
              <a:gd name="connsiteY21" fmla="*/ 1637118 h 3602353"/>
              <a:gd name="connsiteX22" fmla="*/ 8108140 w 11904055"/>
              <a:gd name="connsiteY22" fmla="*/ 1412767 h 3602353"/>
              <a:gd name="connsiteX23" fmla="*/ 8295528 w 11904055"/>
              <a:gd name="connsiteY23" fmla="*/ 1482484 h 3602353"/>
              <a:gd name="connsiteX24" fmla="*/ 8359550 w 11904055"/>
              <a:gd name="connsiteY24" fmla="*/ 1961890 h 3602353"/>
              <a:gd name="connsiteX25" fmla="*/ 7105620 w 11904055"/>
              <a:gd name="connsiteY25" fmla="*/ 3602352 h 3602353"/>
              <a:gd name="connsiteX26" fmla="*/ 6244685 w 11904055"/>
              <a:gd name="connsiteY26" fmla="*/ 3602352 h 3602353"/>
              <a:gd name="connsiteX27" fmla="*/ 7816123 w 11904055"/>
              <a:gd name="connsiteY27" fmla="*/ 1546506 h 3602353"/>
              <a:gd name="connsiteX28" fmla="*/ 8108140 w 11904055"/>
              <a:gd name="connsiteY28" fmla="*/ 1412767 h 3602353"/>
              <a:gd name="connsiteX29" fmla="*/ 9385014 w 11904055"/>
              <a:gd name="connsiteY29" fmla="*/ 1161427 h 3602353"/>
              <a:gd name="connsiteX30" fmla="*/ 9572402 w 11904055"/>
              <a:gd name="connsiteY30" fmla="*/ 1231145 h 3602353"/>
              <a:gd name="connsiteX31" fmla="*/ 9636423 w 11904055"/>
              <a:gd name="connsiteY31" fmla="*/ 1710549 h 3602353"/>
              <a:gd name="connsiteX32" fmla="*/ 8190375 w 11904055"/>
              <a:gd name="connsiteY32" fmla="*/ 3602352 h 3602353"/>
              <a:gd name="connsiteX33" fmla="*/ 7329441 w 11904055"/>
              <a:gd name="connsiteY33" fmla="*/ 3602352 h 3602353"/>
              <a:gd name="connsiteX34" fmla="*/ 9092997 w 11904055"/>
              <a:gd name="connsiteY34" fmla="*/ 1295167 h 3602353"/>
              <a:gd name="connsiteX35" fmla="*/ 9385014 w 11904055"/>
              <a:gd name="connsiteY35" fmla="*/ 1161427 h 3602353"/>
              <a:gd name="connsiteX36" fmla="*/ 3104652 w 11904055"/>
              <a:gd name="connsiteY36" fmla="*/ 1140248 h 3602353"/>
              <a:gd name="connsiteX37" fmla="*/ 3292040 w 11904055"/>
              <a:gd name="connsiteY37" fmla="*/ 1209966 h 3602353"/>
              <a:gd name="connsiteX38" fmla="*/ 3356063 w 11904055"/>
              <a:gd name="connsiteY38" fmla="*/ 1689371 h 3602353"/>
              <a:gd name="connsiteX39" fmla="*/ 1893826 w 11904055"/>
              <a:gd name="connsiteY39" fmla="*/ 3602352 h 3602353"/>
              <a:gd name="connsiteX40" fmla="*/ 1032889 w 11904055"/>
              <a:gd name="connsiteY40" fmla="*/ 3602352 h 3602353"/>
              <a:gd name="connsiteX41" fmla="*/ 2812635 w 11904055"/>
              <a:gd name="connsiteY41" fmla="*/ 1273988 h 3602353"/>
              <a:gd name="connsiteX42" fmla="*/ 3104652 w 11904055"/>
              <a:gd name="connsiteY42" fmla="*/ 1140248 h 3602353"/>
              <a:gd name="connsiteX43" fmla="*/ 10527184 w 11904055"/>
              <a:gd name="connsiteY43" fmla="*/ 1087492 h 3602353"/>
              <a:gd name="connsiteX44" fmla="*/ 10714572 w 11904055"/>
              <a:gd name="connsiteY44" fmla="*/ 1157209 h 3602353"/>
              <a:gd name="connsiteX45" fmla="*/ 10778593 w 11904055"/>
              <a:gd name="connsiteY45" fmla="*/ 1636614 h 3602353"/>
              <a:gd name="connsiteX46" fmla="*/ 9276031 w 11904055"/>
              <a:gd name="connsiteY46" fmla="*/ 3602352 h 3602353"/>
              <a:gd name="connsiteX47" fmla="*/ 8415095 w 11904055"/>
              <a:gd name="connsiteY47" fmla="*/ 3602352 h 3602353"/>
              <a:gd name="connsiteX48" fmla="*/ 10235167 w 11904055"/>
              <a:gd name="connsiteY48" fmla="*/ 1221231 h 3602353"/>
              <a:gd name="connsiteX49" fmla="*/ 10527184 w 11904055"/>
              <a:gd name="connsiteY49" fmla="*/ 1087492 h 3602353"/>
              <a:gd name="connsiteX50" fmla="*/ 4425492 w 11904055"/>
              <a:gd name="connsiteY50" fmla="*/ 821528 h 3602353"/>
              <a:gd name="connsiteX51" fmla="*/ 4612880 w 11904055"/>
              <a:gd name="connsiteY51" fmla="*/ 891246 h 3602353"/>
              <a:gd name="connsiteX52" fmla="*/ 4676903 w 11904055"/>
              <a:gd name="connsiteY52" fmla="*/ 1370650 h 3602353"/>
              <a:gd name="connsiteX53" fmla="*/ 2971045 w 11904055"/>
              <a:gd name="connsiteY53" fmla="*/ 3602352 h 3602353"/>
              <a:gd name="connsiteX54" fmla="*/ 2228075 w 11904055"/>
              <a:gd name="connsiteY54" fmla="*/ 3602352 h 3602353"/>
              <a:gd name="connsiteX55" fmla="*/ 2235176 w 11904055"/>
              <a:gd name="connsiteY55" fmla="*/ 3482988 h 3602353"/>
              <a:gd name="connsiteX56" fmla="*/ 2294666 w 11904055"/>
              <a:gd name="connsiteY56" fmla="*/ 3360904 h 3602353"/>
              <a:gd name="connsiteX57" fmla="*/ 4133476 w 11904055"/>
              <a:gd name="connsiteY57" fmla="*/ 955268 h 3602353"/>
              <a:gd name="connsiteX58" fmla="*/ 4425492 w 11904055"/>
              <a:gd name="connsiteY58" fmla="*/ 821528 h 3602353"/>
              <a:gd name="connsiteX59" fmla="*/ 5787281 w 11904055"/>
              <a:gd name="connsiteY59" fmla="*/ 372647 h 3602353"/>
              <a:gd name="connsiteX60" fmla="*/ 5974669 w 11904055"/>
              <a:gd name="connsiteY60" fmla="*/ 442365 h 3602353"/>
              <a:gd name="connsiteX61" fmla="*/ 6038692 w 11904055"/>
              <a:gd name="connsiteY61" fmla="*/ 921770 h 3602353"/>
              <a:gd name="connsiteX62" fmla="*/ 3989720 w 11904055"/>
              <a:gd name="connsiteY62" fmla="*/ 3602352 h 3602353"/>
              <a:gd name="connsiteX63" fmla="*/ 3227852 w 11904055"/>
              <a:gd name="connsiteY63" fmla="*/ 3602353 h 3602353"/>
              <a:gd name="connsiteX64" fmla="*/ 3233358 w 11904055"/>
              <a:gd name="connsiteY64" fmla="*/ 3509800 h 3602353"/>
              <a:gd name="connsiteX65" fmla="*/ 3292848 w 11904055"/>
              <a:gd name="connsiteY65" fmla="*/ 3387715 h 3602353"/>
              <a:gd name="connsiteX66" fmla="*/ 5495264 w 11904055"/>
              <a:gd name="connsiteY66" fmla="*/ 506388 h 3602353"/>
              <a:gd name="connsiteX67" fmla="*/ 5787281 w 11904055"/>
              <a:gd name="connsiteY67" fmla="*/ 372647 h 3602353"/>
              <a:gd name="connsiteX68" fmla="*/ 6896315 w 11904055"/>
              <a:gd name="connsiteY68" fmla="*/ 289347 h 3602353"/>
              <a:gd name="connsiteX69" fmla="*/ 7083704 w 11904055"/>
              <a:gd name="connsiteY69" fmla="*/ 359064 h 3602353"/>
              <a:gd name="connsiteX70" fmla="*/ 7147725 w 11904055"/>
              <a:gd name="connsiteY70" fmla="*/ 838469 h 3602353"/>
              <a:gd name="connsiteX71" fmla="*/ 5035081 w 11904055"/>
              <a:gd name="connsiteY71" fmla="*/ 3602353 h 3602353"/>
              <a:gd name="connsiteX72" fmla="*/ 4174147 w 11904055"/>
              <a:gd name="connsiteY72" fmla="*/ 3602352 h 3602353"/>
              <a:gd name="connsiteX73" fmla="*/ 6604298 w 11904055"/>
              <a:gd name="connsiteY73" fmla="*/ 423088 h 3602353"/>
              <a:gd name="connsiteX74" fmla="*/ 6896315 w 11904055"/>
              <a:gd name="connsiteY74" fmla="*/ 289347 h 3602353"/>
              <a:gd name="connsiteX75" fmla="*/ 8134781 w 11904055"/>
              <a:gd name="connsiteY75" fmla="*/ 587 h 3602353"/>
              <a:gd name="connsiteX76" fmla="*/ 8322169 w 11904055"/>
              <a:gd name="connsiteY76" fmla="*/ 70304 h 3602353"/>
              <a:gd name="connsiteX77" fmla="*/ 8386192 w 11904055"/>
              <a:gd name="connsiteY77" fmla="*/ 549710 h 3602353"/>
              <a:gd name="connsiteX78" fmla="*/ 6052827 w 11904055"/>
              <a:gd name="connsiteY78" fmla="*/ 3602352 h 3602353"/>
              <a:gd name="connsiteX79" fmla="*/ 5191892 w 11904055"/>
              <a:gd name="connsiteY79" fmla="*/ 3602352 h 3602353"/>
              <a:gd name="connsiteX80" fmla="*/ 7842765 w 11904055"/>
              <a:gd name="connsiteY80" fmla="*/ 134328 h 3602353"/>
              <a:gd name="connsiteX81" fmla="*/ 8134781 w 11904055"/>
              <a:gd name="connsiteY81" fmla="*/ 587 h 3602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904055" h="3602353">
                <a:moveTo>
                  <a:pt x="11582341" y="2503750"/>
                </a:moveTo>
                <a:cubicBezTo>
                  <a:pt x="11648102" y="2507602"/>
                  <a:pt x="11713456" y="2530454"/>
                  <a:pt x="11769730" y="2573468"/>
                </a:cubicBezTo>
                <a:cubicBezTo>
                  <a:pt x="11919793" y="2688173"/>
                  <a:pt x="11948456" y="2902810"/>
                  <a:pt x="11833752" y="3052873"/>
                </a:cubicBezTo>
                <a:lnTo>
                  <a:pt x="11413744" y="3602352"/>
                </a:lnTo>
                <a:lnTo>
                  <a:pt x="10552808" y="3602352"/>
                </a:lnTo>
                <a:lnTo>
                  <a:pt x="11290325" y="2637490"/>
                </a:lnTo>
                <a:cubicBezTo>
                  <a:pt x="11362015" y="2543701"/>
                  <a:pt x="11472742" y="2497333"/>
                  <a:pt x="11582341" y="2503750"/>
                </a:cubicBezTo>
                <a:close/>
                <a:moveTo>
                  <a:pt x="10782012" y="2174396"/>
                </a:moveTo>
                <a:cubicBezTo>
                  <a:pt x="10847772" y="2178246"/>
                  <a:pt x="10913126" y="2201099"/>
                  <a:pt x="10969399" y="2244113"/>
                </a:cubicBezTo>
                <a:cubicBezTo>
                  <a:pt x="11119462" y="2358818"/>
                  <a:pt x="11148126" y="2573455"/>
                  <a:pt x="11033422" y="2723518"/>
                </a:cubicBezTo>
                <a:lnTo>
                  <a:pt x="10361662" y="3602352"/>
                </a:lnTo>
                <a:lnTo>
                  <a:pt x="9500727" y="3602352"/>
                </a:lnTo>
                <a:lnTo>
                  <a:pt x="10489995" y="2308135"/>
                </a:lnTo>
                <a:cubicBezTo>
                  <a:pt x="10561685" y="2214346"/>
                  <a:pt x="10672411" y="2167978"/>
                  <a:pt x="10782012" y="2174396"/>
                </a:cubicBezTo>
                <a:close/>
                <a:moveTo>
                  <a:pt x="1691966" y="1637118"/>
                </a:moveTo>
                <a:cubicBezTo>
                  <a:pt x="1757726" y="1640968"/>
                  <a:pt x="1823080" y="1663822"/>
                  <a:pt x="1879354" y="1706836"/>
                </a:cubicBezTo>
                <a:cubicBezTo>
                  <a:pt x="2029417" y="1821540"/>
                  <a:pt x="2058080" y="2036178"/>
                  <a:pt x="1943376" y="2186241"/>
                </a:cubicBezTo>
                <a:lnTo>
                  <a:pt x="860935" y="3602352"/>
                </a:lnTo>
                <a:lnTo>
                  <a:pt x="0" y="3602352"/>
                </a:lnTo>
                <a:lnTo>
                  <a:pt x="0" y="3602351"/>
                </a:lnTo>
                <a:lnTo>
                  <a:pt x="1399949" y="1770858"/>
                </a:lnTo>
                <a:cubicBezTo>
                  <a:pt x="1471639" y="1677069"/>
                  <a:pt x="1582366" y="1630701"/>
                  <a:pt x="1691966" y="1637118"/>
                </a:cubicBezTo>
                <a:close/>
                <a:moveTo>
                  <a:pt x="8108140" y="1412767"/>
                </a:moveTo>
                <a:cubicBezTo>
                  <a:pt x="8173900" y="1416618"/>
                  <a:pt x="8239254" y="1439471"/>
                  <a:pt x="8295528" y="1482484"/>
                </a:cubicBezTo>
                <a:cubicBezTo>
                  <a:pt x="8445591" y="1597188"/>
                  <a:pt x="8474254" y="1811827"/>
                  <a:pt x="8359550" y="1961890"/>
                </a:cubicBezTo>
                <a:lnTo>
                  <a:pt x="7105620" y="3602352"/>
                </a:lnTo>
                <a:lnTo>
                  <a:pt x="6244685" y="3602352"/>
                </a:lnTo>
                <a:lnTo>
                  <a:pt x="7816123" y="1546506"/>
                </a:lnTo>
                <a:cubicBezTo>
                  <a:pt x="7887814" y="1452716"/>
                  <a:pt x="7998540" y="1406349"/>
                  <a:pt x="8108140" y="1412767"/>
                </a:cubicBezTo>
                <a:close/>
                <a:moveTo>
                  <a:pt x="9385014" y="1161427"/>
                </a:moveTo>
                <a:cubicBezTo>
                  <a:pt x="9450774" y="1165277"/>
                  <a:pt x="9516128" y="1188130"/>
                  <a:pt x="9572402" y="1231145"/>
                </a:cubicBezTo>
                <a:cubicBezTo>
                  <a:pt x="9722465" y="1345849"/>
                  <a:pt x="9751129" y="1560486"/>
                  <a:pt x="9636423" y="1710549"/>
                </a:cubicBezTo>
                <a:lnTo>
                  <a:pt x="8190375" y="3602352"/>
                </a:lnTo>
                <a:lnTo>
                  <a:pt x="7329441" y="3602352"/>
                </a:lnTo>
                <a:lnTo>
                  <a:pt x="9092997" y="1295167"/>
                </a:lnTo>
                <a:cubicBezTo>
                  <a:pt x="9164687" y="1201377"/>
                  <a:pt x="9275414" y="1155009"/>
                  <a:pt x="9385014" y="1161427"/>
                </a:cubicBezTo>
                <a:close/>
                <a:moveTo>
                  <a:pt x="3104652" y="1140248"/>
                </a:moveTo>
                <a:cubicBezTo>
                  <a:pt x="3170412" y="1144098"/>
                  <a:pt x="3235766" y="1166952"/>
                  <a:pt x="3292040" y="1209966"/>
                </a:cubicBezTo>
                <a:cubicBezTo>
                  <a:pt x="3442103" y="1324671"/>
                  <a:pt x="3470767" y="1539308"/>
                  <a:pt x="3356063" y="1689371"/>
                </a:cubicBezTo>
                <a:lnTo>
                  <a:pt x="1893826" y="3602352"/>
                </a:lnTo>
                <a:lnTo>
                  <a:pt x="1032889" y="3602352"/>
                </a:lnTo>
                <a:lnTo>
                  <a:pt x="2812635" y="1273988"/>
                </a:lnTo>
                <a:cubicBezTo>
                  <a:pt x="2884326" y="1180199"/>
                  <a:pt x="2995052" y="1133831"/>
                  <a:pt x="3104652" y="1140248"/>
                </a:cubicBezTo>
                <a:close/>
                <a:moveTo>
                  <a:pt x="10527184" y="1087492"/>
                </a:moveTo>
                <a:cubicBezTo>
                  <a:pt x="10592944" y="1091342"/>
                  <a:pt x="10658298" y="1114195"/>
                  <a:pt x="10714572" y="1157209"/>
                </a:cubicBezTo>
                <a:cubicBezTo>
                  <a:pt x="10864635" y="1271913"/>
                  <a:pt x="10893299" y="1486551"/>
                  <a:pt x="10778593" y="1636614"/>
                </a:cubicBezTo>
                <a:lnTo>
                  <a:pt x="9276031" y="3602352"/>
                </a:lnTo>
                <a:lnTo>
                  <a:pt x="8415095" y="3602352"/>
                </a:lnTo>
                <a:lnTo>
                  <a:pt x="10235167" y="1221231"/>
                </a:lnTo>
                <a:cubicBezTo>
                  <a:pt x="10306857" y="1127442"/>
                  <a:pt x="10417583" y="1081074"/>
                  <a:pt x="10527184" y="1087492"/>
                </a:cubicBezTo>
                <a:close/>
                <a:moveTo>
                  <a:pt x="4425492" y="821528"/>
                </a:moveTo>
                <a:cubicBezTo>
                  <a:pt x="4491251" y="825379"/>
                  <a:pt x="4556607" y="848231"/>
                  <a:pt x="4612880" y="891246"/>
                </a:cubicBezTo>
                <a:cubicBezTo>
                  <a:pt x="4762943" y="1005950"/>
                  <a:pt x="4791607" y="1220588"/>
                  <a:pt x="4676903" y="1370650"/>
                </a:cubicBezTo>
                <a:lnTo>
                  <a:pt x="2971045" y="3602352"/>
                </a:lnTo>
                <a:lnTo>
                  <a:pt x="2228075" y="3602352"/>
                </a:lnTo>
                <a:lnTo>
                  <a:pt x="2235176" y="3482988"/>
                </a:lnTo>
                <a:cubicBezTo>
                  <a:pt x="2246274" y="3439971"/>
                  <a:pt x="2265990" y="3398420"/>
                  <a:pt x="2294666" y="3360904"/>
                </a:cubicBezTo>
                <a:lnTo>
                  <a:pt x="4133476" y="955268"/>
                </a:lnTo>
                <a:cubicBezTo>
                  <a:pt x="4205166" y="861479"/>
                  <a:pt x="4315892" y="815111"/>
                  <a:pt x="4425492" y="821528"/>
                </a:cubicBezTo>
                <a:close/>
                <a:moveTo>
                  <a:pt x="5787281" y="372647"/>
                </a:moveTo>
                <a:cubicBezTo>
                  <a:pt x="5853041" y="376498"/>
                  <a:pt x="5918396" y="399351"/>
                  <a:pt x="5974669" y="442365"/>
                </a:cubicBezTo>
                <a:cubicBezTo>
                  <a:pt x="6124732" y="557070"/>
                  <a:pt x="6153396" y="771707"/>
                  <a:pt x="6038692" y="921770"/>
                </a:cubicBezTo>
                <a:lnTo>
                  <a:pt x="3989720" y="3602352"/>
                </a:lnTo>
                <a:lnTo>
                  <a:pt x="3227852" y="3602353"/>
                </a:lnTo>
                <a:lnTo>
                  <a:pt x="3233358" y="3509800"/>
                </a:lnTo>
                <a:cubicBezTo>
                  <a:pt x="3244456" y="3466782"/>
                  <a:pt x="3264173" y="3425231"/>
                  <a:pt x="3292848" y="3387715"/>
                </a:cubicBezTo>
                <a:lnTo>
                  <a:pt x="5495264" y="506388"/>
                </a:lnTo>
                <a:cubicBezTo>
                  <a:pt x="5566956" y="412598"/>
                  <a:pt x="5677682" y="366230"/>
                  <a:pt x="5787281" y="372647"/>
                </a:cubicBezTo>
                <a:close/>
                <a:moveTo>
                  <a:pt x="6896315" y="289347"/>
                </a:moveTo>
                <a:cubicBezTo>
                  <a:pt x="6962075" y="293197"/>
                  <a:pt x="7027430" y="316050"/>
                  <a:pt x="7083704" y="359064"/>
                </a:cubicBezTo>
                <a:cubicBezTo>
                  <a:pt x="7233766" y="473768"/>
                  <a:pt x="7262430" y="688406"/>
                  <a:pt x="7147725" y="838469"/>
                </a:cubicBezTo>
                <a:lnTo>
                  <a:pt x="5035081" y="3602353"/>
                </a:lnTo>
                <a:lnTo>
                  <a:pt x="4174147" y="3602352"/>
                </a:lnTo>
                <a:lnTo>
                  <a:pt x="6604298" y="423088"/>
                </a:lnTo>
                <a:cubicBezTo>
                  <a:pt x="6675989" y="329298"/>
                  <a:pt x="6786715" y="282930"/>
                  <a:pt x="6896315" y="289347"/>
                </a:cubicBezTo>
                <a:close/>
                <a:moveTo>
                  <a:pt x="8134781" y="587"/>
                </a:moveTo>
                <a:cubicBezTo>
                  <a:pt x="8200542" y="4437"/>
                  <a:pt x="8265896" y="27291"/>
                  <a:pt x="8322169" y="70304"/>
                </a:cubicBezTo>
                <a:cubicBezTo>
                  <a:pt x="8472232" y="185009"/>
                  <a:pt x="8500896" y="399647"/>
                  <a:pt x="8386192" y="549710"/>
                </a:cubicBezTo>
                <a:lnTo>
                  <a:pt x="6052827" y="3602352"/>
                </a:lnTo>
                <a:lnTo>
                  <a:pt x="5191892" y="3602352"/>
                </a:lnTo>
                <a:lnTo>
                  <a:pt x="7842765" y="134328"/>
                </a:lnTo>
                <a:cubicBezTo>
                  <a:pt x="7914455" y="40538"/>
                  <a:pt x="8025182" y="-5830"/>
                  <a:pt x="8134781" y="5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33921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69FBFC8-EC0E-4E14-905F-2E4D84D4D4B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8">
            <a:extLst>
              <a:ext uri="{FF2B5EF4-FFF2-40B4-BE49-F238E27FC236}">
                <a16:creationId xmlns:a16="http://schemas.microsoft.com/office/drawing/2014/main" id="{AAF3D6DC-4A0E-4BCA-9639-615F1AC589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5726" y="642257"/>
            <a:ext cx="10920548" cy="557348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06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">
            <a:extLst>
              <a:ext uri="{FF2B5EF4-FFF2-40B4-BE49-F238E27FC236}">
                <a16:creationId xmlns:a16="http://schemas.microsoft.com/office/drawing/2014/main" id="{67539AF6-5D49-44B8-BBE5-89EA831A487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38350" y="0"/>
            <a:ext cx="40576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AB0763-12DF-41B9-B692-22FB8DB24B15}"/>
              </a:ext>
            </a:extLst>
          </p:cNvPr>
          <p:cNvSpPr/>
          <p:nvPr userDrawn="1"/>
        </p:nvSpPr>
        <p:spPr>
          <a:xfrm>
            <a:off x="0" y="0"/>
            <a:ext cx="20383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314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6EE34E5-ADA6-4EE7-BC24-98C8E9A86B8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61852" y="653142"/>
            <a:ext cx="4454434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E143D-2918-4056-AC94-92DF81A575B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05502" y="2576900"/>
            <a:ext cx="4454434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334882F-9259-4D67-9996-302AE17E5F75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2183677" y="4500658"/>
            <a:ext cx="4454434" cy="16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3040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314D511-E53F-99AE-4CEE-4F7738833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13C7C81-5AD9-9CCF-5B1B-5145E5B6F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6A245FB-A1C7-2DE3-5F8F-CD86ACB94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9932B-E559-49F5-829B-9AFFAC4C5BC8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F6A23C3-ADEB-819B-4C43-FF765732B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D1B873-4266-7D77-6D3B-E491BC78E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17102-DEAC-4A44-BA82-2EF5D8AD0774}" type="slidenum">
              <a:rPr lang="he-IL" smtClean="0"/>
              <a:t>‹#›</a:t>
            </a:fld>
            <a:endParaRPr lang="he-IL"/>
          </a:p>
        </p:txBody>
      </p:sp>
      <p:pic>
        <p:nvPicPr>
          <p:cNvPr id="7" name="bg object 16">
            <a:extLst>
              <a:ext uri="{FF2B5EF4-FFF2-40B4-BE49-F238E27FC236}">
                <a16:creationId xmlns:a16="http://schemas.microsoft.com/office/drawing/2014/main" id="{257E3757-491A-2824-A0DF-719F3DABFAFD}"/>
              </a:ext>
            </a:extLst>
          </p:cNvPr>
          <p:cNvPicPr/>
          <p:nvPr userDrawn="1"/>
        </p:nvPicPr>
        <p:blipFill>
          <a:blip r:embed="rId15" cstate="print"/>
          <a:srcRect b="7315"/>
          <a:stretch>
            <a:fillRect/>
          </a:stretch>
        </p:blipFill>
        <p:spPr>
          <a:xfrm>
            <a:off x="0" y="0"/>
            <a:ext cx="12192000" cy="691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7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4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2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9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51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3.wdp"/><Relationship Id="rId18" Type="http://schemas.openxmlformats.org/officeDocument/2006/relationships/image" Target="../media/image18.svg"/><Relationship Id="rId3" Type="http://schemas.openxmlformats.org/officeDocument/2006/relationships/image" Target="../media/image6.jpeg"/><Relationship Id="rId7" Type="http://schemas.microsoft.com/office/2007/relationships/hdphoto" Target="../media/hdphoto1.wdp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microsoft.com/office/2007/relationships/hdphoto" Target="../media/hdphoto2.wdp"/><Relationship Id="rId5" Type="http://schemas.openxmlformats.org/officeDocument/2006/relationships/image" Target="../media/image8.svg"/><Relationship Id="rId15" Type="http://schemas.openxmlformats.org/officeDocument/2006/relationships/image" Target="../media/image15.png"/><Relationship Id="rId10" Type="http://schemas.openxmlformats.org/officeDocument/2006/relationships/image" Target="../media/image12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1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jpg"/><Relationship Id="rId5" Type="http://schemas.openxmlformats.org/officeDocument/2006/relationships/image" Target="../media/image23.png"/><Relationship Id="rId10" Type="http://schemas.openxmlformats.org/officeDocument/2006/relationships/image" Target="../media/image28.jpg"/><Relationship Id="rId4" Type="http://schemas.openxmlformats.org/officeDocument/2006/relationships/image" Target="../media/image22.png"/><Relationship Id="rId9" Type="http://schemas.openxmlformats.org/officeDocument/2006/relationships/image" Target="../media/image2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5E20360D-5C13-5466-DD44-05F804323AF5}"/>
              </a:ext>
            </a:extLst>
          </p:cNvPr>
          <p:cNvSpPr/>
          <p:nvPr/>
        </p:nvSpPr>
        <p:spPr>
          <a:xfrm>
            <a:off x="4135120" y="1666240"/>
            <a:ext cx="3962400" cy="3566160"/>
          </a:xfrm>
          <a:prstGeom prst="roundRect">
            <a:avLst>
              <a:gd name="adj" fmla="val 81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0F2C440-B925-3E89-CC5B-707D6FD4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00" t="10667" r="26750" b="15555"/>
          <a:stretch>
            <a:fillRect/>
          </a:stretch>
        </p:blipFill>
        <p:spPr>
          <a:xfrm>
            <a:off x="4288836" y="1818640"/>
            <a:ext cx="3634648" cy="3261360"/>
          </a:xfrm>
          <a:prstGeom prst="roundRect">
            <a:avLst>
              <a:gd name="adj" fmla="val 423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7416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2DDEED-E275-7445-F113-5E8BBAAC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913F55-B784-B994-94DC-3320BF99E1EC}"/>
              </a:ext>
            </a:extLst>
          </p:cNvPr>
          <p:cNvSpPr>
            <a:spLocks/>
          </p:cNvSpPr>
          <p:nvPr/>
        </p:nvSpPr>
        <p:spPr bwMode="auto">
          <a:xfrm>
            <a:off x="561948" y="4144350"/>
            <a:ext cx="2638451" cy="13336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TMM Integrated Recycling Industries was established in 1989,  engaged in waste collection,  recycling and disposal</a:t>
            </a: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5D6C866E-3801-C7A3-AC4C-A2CC3B1027FC}"/>
              </a:ext>
            </a:extLst>
          </p:cNvPr>
          <p:cNvSpPr>
            <a:spLocks/>
          </p:cNvSpPr>
          <p:nvPr/>
        </p:nvSpPr>
        <p:spPr bwMode="auto">
          <a:xfrm>
            <a:off x="746760" y="3403939"/>
            <a:ext cx="10725993" cy="371561"/>
          </a:xfrm>
          <a:prstGeom prst="roundRect">
            <a:avLst>
              <a:gd name="adj" fmla="val 50000"/>
            </a:avLst>
          </a:prstGeom>
          <a:solidFill>
            <a:srgbClr val="255127"/>
          </a:solidFill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05DFA285-69FA-EA7A-7AC1-23AB338075C9}"/>
              </a:ext>
            </a:extLst>
          </p:cNvPr>
          <p:cNvSpPr>
            <a:spLocks/>
          </p:cNvSpPr>
          <p:nvPr/>
        </p:nvSpPr>
        <p:spPr bwMode="auto">
          <a:xfrm>
            <a:off x="1605389" y="2219789"/>
            <a:ext cx="440219" cy="1586404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21CC7E4-42FC-9798-41D9-A30F084A104B}"/>
              </a:ext>
            </a:extLst>
          </p:cNvPr>
          <p:cNvSpPr>
            <a:spLocks/>
          </p:cNvSpPr>
          <p:nvPr/>
        </p:nvSpPr>
        <p:spPr bwMode="auto">
          <a:xfrm>
            <a:off x="1482612" y="3247236"/>
            <a:ext cx="685772" cy="685773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91650-A186-90DB-02B7-29F8CC279F30}"/>
              </a:ext>
            </a:extLst>
          </p:cNvPr>
          <p:cNvSpPr>
            <a:spLocks/>
          </p:cNvSpPr>
          <p:nvPr/>
        </p:nvSpPr>
        <p:spPr bwMode="auto">
          <a:xfrm rot="16200000">
            <a:off x="1364683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1989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76578150-9885-4DF3-06BA-61CBF8DF35C9}"/>
              </a:ext>
            </a:extLst>
          </p:cNvPr>
          <p:cNvSpPr>
            <a:spLocks/>
          </p:cNvSpPr>
          <p:nvPr/>
        </p:nvSpPr>
        <p:spPr bwMode="auto">
          <a:xfrm>
            <a:off x="3747518" y="3377283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018DF3-6446-AC8B-D17E-CAA4D94E07E3}"/>
              </a:ext>
            </a:extLst>
          </p:cNvPr>
          <p:cNvSpPr>
            <a:spLocks/>
          </p:cNvSpPr>
          <p:nvPr/>
        </p:nvSpPr>
        <p:spPr bwMode="auto">
          <a:xfrm>
            <a:off x="3624741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835ACA-B6D3-BDBE-A139-3230F022D678}"/>
              </a:ext>
            </a:extLst>
          </p:cNvPr>
          <p:cNvSpPr>
            <a:spLocks/>
          </p:cNvSpPr>
          <p:nvPr/>
        </p:nvSpPr>
        <p:spPr bwMode="auto">
          <a:xfrm rot="16200000">
            <a:off x="3506811" y="4271114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1994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39" name="AutoShape 38">
            <a:extLst>
              <a:ext uri="{FF2B5EF4-FFF2-40B4-BE49-F238E27FC236}">
                <a16:creationId xmlns:a16="http://schemas.microsoft.com/office/drawing/2014/main" id="{900B585E-194F-6AB3-4747-A987C511D060}"/>
              </a:ext>
            </a:extLst>
          </p:cNvPr>
          <p:cNvSpPr>
            <a:spLocks/>
          </p:cNvSpPr>
          <p:nvPr/>
        </p:nvSpPr>
        <p:spPr bwMode="auto">
          <a:xfrm>
            <a:off x="5889647" y="2219789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2180344-97C6-EC2C-B108-811EC34670C8}"/>
              </a:ext>
            </a:extLst>
          </p:cNvPr>
          <p:cNvSpPr>
            <a:spLocks/>
          </p:cNvSpPr>
          <p:nvPr/>
        </p:nvSpPr>
        <p:spPr bwMode="auto">
          <a:xfrm>
            <a:off x="5766871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D970D0-0563-0317-E8D7-D533B93062ED}"/>
              </a:ext>
            </a:extLst>
          </p:cNvPr>
          <p:cNvSpPr>
            <a:spLocks/>
          </p:cNvSpPr>
          <p:nvPr/>
        </p:nvSpPr>
        <p:spPr bwMode="auto">
          <a:xfrm rot="16200000">
            <a:off x="5648940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2000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42" name="AutoShape 41">
            <a:extLst>
              <a:ext uri="{FF2B5EF4-FFF2-40B4-BE49-F238E27FC236}">
                <a16:creationId xmlns:a16="http://schemas.microsoft.com/office/drawing/2014/main" id="{BC24D116-7F18-EDA9-81BF-BB94888F1EA9}"/>
              </a:ext>
            </a:extLst>
          </p:cNvPr>
          <p:cNvSpPr>
            <a:spLocks/>
          </p:cNvSpPr>
          <p:nvPr/>
        </p:nvSpPr>
        <p:spPr bwMode="auto">
          <a:xfrm>
            <a:off x="8031776" y="3377283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F0A11FE-E0FC-DD25-0ED5-1689BB107A6C}"/>
              </a:ext>
            </a:extLst>
          </p:cNvPr>
          <p:cNvSpPr>
            <a:spLocks/>
          </p:cNvSpPr>
          <p:nvPr/>
        </p:nvSpPr>
        <p:spPr bwMode="auto">
          <a:xfrm>
            <a:off x="7909000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515C02-272C-D70A-4D06-3500745FB7A4}"/>
              </a:ext>
            </a:extLst>
          </p:cNvPr>
          <p:cNvSpPr>
            <a:spLocks/>
          </p:cNvSpPr>
          <p:nvPr/>
        </p:nvSpPr>
        <p:spPr bwMode="auto">
          <a:xfrm rot="16200000">
            <a:off x="7791069" y="4271114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2001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45" name="AutoShape 44">
            <a:extLst>
              <a:ext uri="{FF2B5EF4-FFF2-40B4-BE49-F238E27FC236}">
                <a16:creationId xmlns:a16="http://schemas.microsoft.com/office/drawing/2014/main" id="{CBC8DC11-19AC-BC41-D67C-E4DB42997F8B}"/>
              </a:ext>
            </a:extLst>
          </p:cNvPr>
          <p:cNvSpPr>
            <a:spLocks/>
          </p:cNvSpPr>
          <p:nvPr/>
        </p:nvSpPr>
        <p:spPr bwMode="auto">
          <a:xfrm>
            <a:off x="10173905" y="2219789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3F371E9-F691-375D-3DB7-7729A5290231}"/>
              </a:ext>
            </a:extLst>
          </p:cNvPr>
          <p:cNvSpPr>
            <a:spLocks/>
          </p:cNvSpPr>
          <p:nvPr/>
        </p:nvSpPr>
        <p:spPr bwMode="auto">
          <a:xfrm>
            <a:off x="10051129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2A86BE-2167-C483-82AD-80DD2F3FA3F6}"/>
              </a:ext>
            </a:extLst>
          </p:cNvPr>
          <p:cNvSpPr>
            <a:spLocks/>
          </p:cNvSpPr>
          <p:nvPr/>
        </p:nvSpPr>
        <p:spPr bwMode="auto">
          <a:xfrm rot="16200000">
            <a:off x="9933197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2003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01C384D2-02C7-C822-111D-342B6FC7B9C5}"/>
              </a:ext>
            </a:extLst>
          </p:cNvPr>
          <p:cNvSpPr>
            <a:spLocks/>
          </p:cNvSpPr>
          <p:nvPr/>
        </p:nvSpPr>
        <p:spPr bwMode="auto">
          <a:xfrm>
            <a:off x="7032994" y="1904266"/>
            <a:ext cx="2418404" cy="10874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Operations are relocated to central Israel and the company’s name is changed to KMM</a:t>
            </a:r>
          </a:p>
        </p:txBody>
      </p:sp>
    </p:spTree>
    <p:extLst>
      <p:ext uri="{BB962C8B-B14F-4D97-AF65-F5344CB8AC3E}">
        <p14:creationId xmlns:p14="http://schemas.microsoft.com/office/powerpoint/2010/main" val="54601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F46A8A-3747-2376-7AB9-F6A624C0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מלבן: פינות מעוגלות 89">
            <a:extLst>
              <a:ext uri="{FF2B5EF4-FFF2-40B4-BE49-F238E27FC236}">
                <a16:creationId xmlns:a16="http://schemas.microsoft.com/office/drawing/2014/main" id="{DB1FC90C-DEC3-B361-AD7E-0E929CB8AEE8}"/>
              </a:ext>
            </a:extLst>
          </p:cNvPr>
          <p:cNvSpPr/>
          <p:nvPr/>
        </p:nvSpPr>
        <p:spPr>
          <a:xfrm>
            <a:off x="7917873" y="3086100"/>
            <a:ext cx="2867891" cy="232473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E37716F2-D37D-00FC-7F01-1527F7A9E3BB}"/>
              </a:ext>
            </a:extLst>
          </p:cNvPr>
          <p:cNvSpPr/>
          <p:nvPr/>
        </p:nvSpPr>
        <p:spPr>
          <a:xfrm>
            <a:off x="1444336" y="10392"/>
            <a:ext cx="2608119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B864E7-581C-6C5C-9153-14C3BB61DCE8}"/>
              </a:ext>
            </a:extLst>
          </p:cNvPr>
          <p:cNvSpPr txBox="1">
            <a:spLocks/>
          </p:cNvSpPr>
          <p:nvPr/>
        </p:nvSpPr>
        <p:spPr>
          <a:xfrm>
            <a:off x="55700" y="1077117"/>
            <a:ext cx="4741068" cy="758924"/>
          </a:xfrm>
          <a:prstGeom prst="rect">
            <a:avLst/>
          </a:prstGeom>
        </p:spPr>
        <p:txBody>
          <a:bodyPr lIns="216000" tIns="72000" rIns="216000" bIns="72000"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255127"/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Y.R.A.V</a:t>
            </a:r>
            <a:endParaRPr kumimoji="0" lang="en-US" altLang="ko-KR" sz="4800" b="1" i="0" u="none" strike="noStrike" kern="1200" cap="none" spc="0" normalizeH="0" baseline="0" noProof="0" dirty="0">
              <a:ln>
                <a:noFill/>
              </a:ln>
              <a:solidFill>
                <a:srgbClr val="255127"/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</p:txBody>
      </p:sp>
      <p:sp>
        <p:nvSpPr>
          <p:cNvPr id="38" name="יהלום 37">
            <a:extLst>
              <a:ext uri="{FF2B5EF4-FFF2-40B4-BE49-F238E27FC236}">
                <a16:creationId xmlns:a16="http://schemas.microsoft.com/office/drawing/2014/main" id="{BF7D8EAF-294E-0DC5-9EBB-0CC5A0E1F5F4}"/>
              </a:ext>
            </a:extLst>
          </p:cNvPr>
          <p:cNvSpPr/>
          <p:nvPr/>
        </p:nvSpPr>
        <p:spPr>
          <a:xfrm>
            <a:off x="15280990" y="6680066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9" name="יהלום 38">
            <a:extLst>
              <a:ext uri="{FF2B5EF4-FFF2-40B4-BE49-F238E27FC236}">
                <a16:creationId xmlns:a16="http://schemas.microsoft.com/office/drawing/2014/main" id="{92D9F39D-50BD-4490-201B-D1CF9603D72D}"/>
              </a:ext>
            </a:extLst>
          </p:cNvPr>
          <p:cNvSpPr/>
          <p:nvPr/>
        </p:nvSpPr>
        <p:spPr>
          <a:xfrm>
            <a:off x="10476278" y="8499661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41" name="יהלום 40">
            <a:extLst>
              <a:ext uri="{FF2B5EF4-FFF2-40B4-BE49-F238E27FC236}">
                <a16:creationId xmlns:a16="http://schemas.microsoft.com/office/drawing/2014/main" id="{4D9287C4-8B32-17B9-0F1F-9E46D85E471F}"/>
              </a:ext>
            </a:extLst>
          </p:cNvPr>
          <p:cNvSpPr/>
          <p:nvPr/>
        </p:nvSpPr>
        <p:spPr>
          <a:xfrm>
            <a:off x="11478074" y="7989562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6C208D55-FEA4-47D2-D9AD-A09843CA0C88}"/>
              </a:ext>
            </a:extLst>
          </p:cNvPr>
          <p:cNvSpPr/>
          <p:nvPr/>
        </p:nvSpPr>
        <p:spPr>
          <a:xfrm>
            <a:off x="9050482" y="1152636"/>
            <a:ext cx="1425796" cy="1366886"/>
          </a:xfrm>
          <a:prstGeom prst="roundRect">
            <a:avLst>
              <a:gd name="adj" fmla="val 12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" name="תמונה 19" descr="תמונה שמכילה טקסט, ספר, עיצוב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9EB0C7A-E33A-CB5B-280E-67F995C6B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88"/>
          <a:stretch>
            <a:fillRect/>
          </a:stretch>
        </p:blipFill>
        <p:spPr>
          <a:xfrm>
            <a:off x="7500080" y="1253421"/>
            <a:ext cx="3131416" cy="2489021"/>
          </a:xfrm>
          <a:prstGeom prst="roundRect">
            <a:avLst>
              <a:gd name="adj" fmla="val 697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Box 13">
            <a:extLst>
              <a:ext uri="{FF2B5EF4-FFF2-40B4-BE49-F238E27FC236}">
                <a16:creationId xmlns:a16="http://schemas.microsoft.com/office/drawing/2014/main" id="{EE5C0272-F742-99D8-8721-B5AC4C004524}"/>
              </a:ext>
            </a:extLst>
          </p:cNvPr>
          <p:cNvSpPr txBox="1"/>
          <p:nvPr/>
        </p:nvSpPr>
        <p:spPr>
          <a:xfrm>
            <a:off x="1444336" y="2427105"/>
            <a:ext cx="59569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The </a:t>
            </a:r>
            <a:r>
              <a:rPr kumimoji="0" lang="en-US" altLang="ko-KR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israeli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 largest waste collection company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Listed in the Israeli stock exchange</a:t>
            </a:r>
            <a:endParaRPr lang="he-IL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12 transfer station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1,000 workers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300 trucks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Sold to VIOLA in 2000  </a:t>
            </a:r>
            <a:r>
              <a:rPr lang="he-IL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להוסיף לוגו של ויוליה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74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2E5BD-98E8-A790-89E0-ACDFDE7F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90AD5-A31D-6722-01CF-A2E02A2D2846}"/>
              </a:ext>
            </a:extLst>
          </p:cNvPr>
          <p:cNvSpPr>
            <a:spLocks/>
          </p:cNvSpPr>
          <p:nvPr/>
        </p:nvSpPr>
        <p:spPr bwMode="auto">
          <a:xfrm>
            <a:off x="2837680" y="2556466"/>
            <a:ext cx="2306542" cy="5950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Acquisition of the company "Tal-El"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EBA04B-462D-BE3C-0891-199B16B0C834}"/>
              </a:ext>
            </a:extLst>
          </p:cNvPr>
          <p:cNvSpPr>
            <a:spLocks/>
          </p:cNvSpPr>
          <p:nvPr/>
        </p:nvSpPr>
        <p:spPr bwMode="auto">
          <a:xfrm>
            <a:off x="5241261" y="4037930"/>
            <a:ext cx="1790554" cy="8412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Acquisition of 75%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of the company by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Logan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081A52-F7D1-6714-43FE-35718235981B}"/>
              </a:ext>
            </a:extLst>
          </p:cNvPr>
          <p:cNvSpPr>
            <a:spLocks/>
          </p:cNvSpPr>
          <p:nvPr/>
        </p:nvSpPr>
        <p:spPr bwMode="auto">
          <a:xfrm>
            <a:off x="9342177" y="4272450"/>
            <a:ext cx="2275610" cy="10874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Signing of an agreement to establish a new packaging plant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Tamir Corporation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E9DC2D-0C8D-D374-110B-2099F58055A7}"/>
              </a:ext>
            </a:extLst>
          </p:cNvPr>
          <p:cNvSpPr>
            <a:spLocks/>
          </p:cNvSpPr>
          <p:nvPr/>
        </p:nvSpPr>
        <p:spPr bwMode="auto">
          <a:xfrm>
            <a:off x="582305" y="4071543"/>
            <a:ext cx="2638451" cy="8412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Establishment of 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a packaging sorting plant with Tamir Corporation</a:t>
            </a: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EB1749EC-3E60-4CC9-5C30-57CF67917308}"/>
              </a:ext>
            </a:extLst>
          </p:cNvPr>
          <p:cNvSpPr>
            <a:spLocks/>
          </p:cNvSpPr>
          <p:nvPr/>
        </p:nvSpPr>
        <p:spPr bwMode="auto">
          <a:xfrm>
            <a:off x="746760" y="3403939"/>
            <a:ext cx="10725993" cy="371561"/>
          </a:xfrm>
          <a:prstGeom prst="roundRect">
            <a:avLst>
              <a:gd name="adj" fmla="val 50000"/>
            </a:avLst>
          </a:prstGeom>
          <a:solidFill>
            <a:srgbClr val="255127"/>
          </a:solidFill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5ECFFD9A-84BE-D875-9DE8-433760F6C20F}"/>
              </a:ext>
            </a:extLst>
          </p:cNvPr>
          <p:cNvSpPr>
            <a:spLocks/>
          </p:cNvSpPr>
          <p:nvPr/>
        </p:nvSpPr>
        <p:spPr bwMode="auto">
          <a:xfrm>
            <a:off x="1605389" y="2219789"/>
            <a:ext cx="440219" cy="1586404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9657A6-AF4D-0ADF-969D-A9B129D3D743}"/>
              </a:ext>
            </a:extLst>
          </p:cNvPr>
          <p:cNvSpPr>
            <a:spLocks/>
          </p:cNvSpPr>
          <p:nvPr/>
        </p:nvSpPr>
        <p:spPr bwMode="auto">
          <a:xfrm>
            <a:off x="1482612" y="3247236"/>
            <a:ext cx="685772" cy="685773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2F0AD8-8303-2379-00EE-EFD72F076DFF}"/>
              </a:ext>
            </a:extLst>
          </p:cNvPr>
          <p:cNvSpPr>
            <a:spLocks/>
          </p:cNvSpPr>
          <p:nvPr/>
        </p:nvSpPr>
        <p:spPr bwMode="auto">
          <a:xfrm rot="16200000">
            <a:off x="1364683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2014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14E128DB-8F3E-1F85-09AE-84990E8F9CA5}"/>
              </a:ext>
            </a:extLst>
          </p:cNvPr>
          <p:cNvSpPr>
            <a:spLocks/>
          </p:cNvSpPr>
          <p:nvPr/>
        </p:nvSpPr>
        <p:spPr bwMode="auto">
          <a:xfrm>
            <a:off x="3747518" y="3377283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4A4102-09AA-D0DA-C014-7AF8718AAA1A}"/>
              </a:ext>
            </a:extLst>
          </p:cNvPr>
          <p:cNvSpPr>
            <a:spLocks/>
          </p:cNvSpPr>
          <p:nvPr/>
        </p:nvSpPr>
        <p:spPr bwMode="auto">
          <a:xfrm>
            <a:off x="3624741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BBB272-52B5-D73A-2AAB-B96E7633F435}"/>
              </a:ext>
            </a:extLst>
          </p:cNvPr>
          <p:cNvSpPr>
            <a:spLocks/>
          </p:cNvSpPr>
          <p:nvPr/>
        </p:nvSpPr>
        <p:spPr bwMode="auto">
          <a:xfrm rot="16200000">
            <a:off x="3506811" y="4271114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2015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39" name="AutoShape 38">
            <a:extLst>
              <a:ext uri="{FF2B5EF4-FFF2-40B4-BE49-F238E27FC236}">
                <a16:creationId xmlns:a16="http://schemas.microsoft.com/office/drawing/2014/main" id="{F51295B6-782F-3469-A617-9F798D74869E}"/>
              </a:ext>
            </a:extLst>
          </p:cNvPr>
          <p:cNvSpPr>
            <a:spLocks/>
          </p:cNvSpPr>
          <p:nvPr/>
        </p:nvSpPr>
        <p:spPr bwMode="auto">
          <a:xfrm>
            <a:off x="5889647" y="2219789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2EF7FBE-03B0-F85C-E273-F3C2CE9F9209}"/>
              </a:ext>
            </a:extLst>
          </p:cNvPr>
          <p:cNvSpPr>
            <a:spLocks/>
          </p:cNvSpPr>
          <p:nvPr/>
        </p:nvSpPr>
        <p:spPr bwMode="auto">
          <a:xfrm>
            <a:off x="5766871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43B92-3E5A-9065-E05D-2C508486A65E}"/>
              </a:ext>
            </a:extLst>
          </p:cNvPr>
          <p:cNvSpPr>
            <a:spLocks/>
          </p:cNvSpPr>
          <p:nvPr/>
        </p:nvSpPr>
        <p:spPr bwMode="auto">
          <a:xfrm rot="16200000">
            <a:off x="5648940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2022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42" name="AutoShape 41">
            <a:extLst>
              <a:ext uri="{FF2B5EF4-FFF2-40B4-BE49-F238E27FC236}">
                <a16:creationId xmlns:a16="http://schemas.microsoft.com/office/drawing/2014/main" id="{DB5350BC-4186-E5E6-906C-D85A70F24379}"/>
              </a:ext>
            </a:extLst>
          </p:cNvPr>
          <p:cNvSpPr>
            <a:spLocks/>
          </p:cNvSpPr>
          <p:nvPr/>
        </p:nvSpPr>
        <p:spPr bwMode="auto">
          <a:xfrm>
            <a:off x="8031776" y="3377283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B9566A8-0A30-A385-601F-1F89EE182915}"/>
              </a:ext>
            </a:extLst>
          </p:cNvPr>
          <p:cNvSpPr>
            <a:spLocks/>
          </p:cNvSpPr>
          <p:nvPr/>
        </p:nvSpPr>
        <p:spPr bwMode="auto">
          <a:xfrm>
            <a:off x="7909000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D60C5A-96FD-2F40-E209-5B578C8B5396}"/>
              </a:ext>
            </a:extLst>
          </p:cNvPr>
          <p:cNvSpPr>
            <a:spLocks/>
          </p:cNvSpPr>
          <p:nvPr/>
        </p:nvSpPr>
        <p:spPr bwMode="auto">
          <a:xfrm rot="16200000">
            <a:off x="7791069" y="4271114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2022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45" name="AutoShape 44">
            <a:extLst>
              <a:ext uri="{FF2B5EF4-FFF2-40B4-BE49-F238E27FC236}">
                <a16:creationId xmlns:a16="http://schemas.microsoft.com/office/drawing/2014/main" id="{981C620F-988F-E270-9A70-515A5AD43EEF}"/>
              </a:ext>
            </a:extLst>
          </p:cNvPr>
          <p:cNvSpPr>
            <a:spLocks/>
          </p:cNvSpPr>
          <p:nvPr/>
        </p:nvSpPr>
        <p:spPr bwMode="auto">
          <a:xfrm>
            <a:off x="10173905" y="2219789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7A8C9F1-0574-4CF8-823D-94A04A3BC65E}"/>
              </a:ext>
            </a:extLst>
          </p:cNvPr>
          <p:cNvSpPr>
            <a:spLocks/>
          </p:cNvSpPr>
          <p:nvPr/>
        </p:nvSpPr>
        <p:spPr bwMode="auto">
          <a:xfrm>
            <a:off x="10051129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149862-A8FF-9116-04AC-B4057CF0F1B7}"/>
              </a:ext>
            </a:extLst>
          </p:cNvPr>
          <p:cNvSpPr>
            <a:spLocks/>
          </p:cNvSpPr>
          <p:nvPr/>
        </p:nvSpPr>
        <p:spPr bwMode="auto">
          <a:xfrm rot="16200000">
            <a:off x="9933197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202</a:t>
            </a:r>
            <a:r>
              <a:rPr kumimoji="0" lang="en-US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4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B07B1D34-3676-81DA-B9EA-551ADDDB75DA}"/>
              </a:ext>
            </a:extLst>
          </p:cNvPr>
          <p:cNvSpPr>
            <a:spLocks/>
          </p:cNvSpPr>
          <p:nvPr/>
        </p:nvSpPr>
        <p:spPr bwMode="auto">
          <a:xfrm>
            <a:off x="7032994" y="2556887"/>
            <a:ext cx="2418404" cy="5950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Collection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 start for Cycle</a:t>
            </a:r>
          </a:p>
        </p:txBody>
      </p:sp>
    </p:spTree>
    <p:extLst>
      <p:ext uri="{BB962C8B-B14F-4D97-AF65-F5344CB8AC3E}">
        <p14:creationId xmlns:p14="http://schemas.microsoft.com/office/powerpoint/2010/main" val="240475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1AC0A9-7346-4DE2-0CE8-19767F97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מלבן: פינות מעוגלות 89">
            <a:extLst>
              <a:ext uri="{FF2B5EF4-FFF2-40B4-BE49-F238E27FC236}">
                <a16:creationId xmlns:a16="http://schemas.microsoft.com/office/drawing/2014/main" id="{6124E13A-838D-3D90-F5F9-C6F3281510A4}"/>
              </a:ext>
            </a:extLst>
          </p:cNvPr>
          <p:cNvSpPr/>
          <p:nvPr/>
        </p:nvSpPr>
        <p:spPr>
          <a:xfrm>
            <a:off x="7917873" y="3086100"/>
            <a:ext cx="2867891" cy="232473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A034DCA4-0EF2-7D7B-6F22-2AB6CDDCD4EF}"/>
              </a:ext>
            </a:extLst>
          </p:cNvPr>
          <p:cNvSpPr/>
          <p:nvPr/>
        </p:nvSpPr>
        <p:spPr>
          <a:xfrm>
            <a:off x="1444336" y="10392"/>
            <a:ext cx="2608119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יהלום 37">
            <a:extLst>
              <a:ext uri="{FF2B5EF4-FFF2-40B4-BE49-F238E27FC236}">
                <a16:creationId xmlns:a16="http://schemas.microsoft.com/office/drawing/2014/main" id="{B8CE9E5D-C009-493C-6296-4C3D9CD6E778}"/>
              </a:ext>
            </a:extLst>
          </p:cNvPr>
          <p:cNvSpPr/>
          <p:nvPr/>
        </p:nvSpPr>
        <p:spPr>
          <a:xfrm>
            <a:off x="15280990" y="6680066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9" name="יהלום 38">
            <a:extLst>
              <a:ext uri="{FF2B5EF4-FFF2-40B4-BE49-F238E27FC236}">
                <a16:creationId xmlns:a16="http://schemas.microsoft.com/office/drawing/2014/main" id="{8DA6C763-E77C-15F9-F397-66027DC09476}"/>
              </a:ext>
            </a:extLst>
          </p:cNvPr>
          <p:cNvSpPr/>
          <p:nvPr/>
        </p:nvSpPr>
        <p:spPr>
          <a:xfrm>
            <a:off x="10476278" y="8499661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41" name="יהלום 40">
            <a:extLst>
              <a:ext uri="{FF2B5EF4-FFF2-40B4-BE49-F238E27FC236}">
                <a16:creationId xmlns:a16="http://schemas.microsoft.com/office/drawing/2014/main" id="{F5DF64D7-F2A3-352D-FA69-AFFA49ED207C}"/>
              </a:ext>
            </a:extLst>
          </p:cNvPr>
          <p:cNvSpPr/>
          <p:nvPr/>
        </p:nvSpPr>
        <p:spPr>
          <a:xfrm>
            <a:off x="11478074" y="7989562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CE3FC156-DBD5-D5B6-FC93-9B9CFA7BC3F7}"/>
              </a:ext>
            </a:extLst>
          </p:cNvPr>
          <p:cNvSpPr/>
          <p:nvPr/>
        </p:nvSpPr>
        <p:spPr>
          <a:xfrm>
            <a:off x="9050482" y="1152636"/>
            <a:ext cx="1425796" cy="1366886"/>
          </a:xfrm>
          <a:prstGeom prst="roundRect">
            <a:avLst>
              <a:gd name="adj" fmla="val 12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" name="תמונה 19" descr="תמונה שמכילה טקסט, ספר, עיצוב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09F45C2-4BCA-2E16-77A6-CE778F695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88"/>
          <a:stretch>
            <a:fillRect/>
          </a:stretch>
        </p:blipFill>
        <p:spPr>
          <a:xfrm>
            <a:off x="7500080" y="1253421"/>
            <a:ext cx="3131416" cy="2489021"/>
          </a:xfrm>
          <a:prstGeom prst="roundRect">
            <a:avLst>
              <a:gd name="adj" fmla="val 697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1" name="מלבן 20">
            <a:extLst>
              <a:ext uri="{FF2B5EF4-FFF2-40B4-BE49-F238E27FC236}">
                <a16:creationId xmlns:a16="http://schemas.microsoft.com/office/drawing/2014/main" id="{A0C042BE-EDC7-7234-E052-1A585F9300C3}"/>
              </a:ext>
            </a:extLst>
          </p:cNvPr>
          <p:cNvSpPr/>
          <p:nvPr/>
        </p:nvSpPr>
        <p:spPr>
          <a:xfrm>
            <a:off x="1808018" y="4036406"/>
            <a:ext cx="3335481" cy="282159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0A090D4E-0BA7-9002-2326-691383A11928}"/>
              </a:ext>
            </a:extLst>
          </p:cNvPr>
          <p:cNvSpPr txBox="1"/>
          <p:nvPr/>
        </p:nvSpPr>
        <p:spPr>
          <a:xfrm>
            <a:off x="1703171" y="1754834"/>
            <a:ext cx="59569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THE ISRAELI LEADER IN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RECYCLING, WASTE TREATMENT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AND THE DEVELOPMENT OF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ENVIRONMENTAL PROJECTS</a:t>
            </a:r>
          </a:p>
        </p:txBody>
      </p:sp>
      <p:sp>
        <p:nvSpPr>
          <p:cNvPr id="81" name="מלבן: פינות מעוגלות 80">
            <a:extLst>
              <a:ext uri="{FF2B5EF4-FFF2-40B4-BE49-F238E27FC236}">
                <a16:creationId xmlns:a16="http://schemas.microsoft.com/office/drawing/2014/main" id="{5045BCC4-A62C-E2BA-E555-EE4067B64E8A}"/>
              </a:ext>
            </a:extLst>
          </p:cNvPr>
          <p:cNvSpPr/>
          <p:nvPr/>
        </p:nvSpPr>
        <p:spPr>
          <a:xfrm>
            <a:off x="1808018" y="4057188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" name="מלבן: פינות מעוגלות 81">
            <a:extLst>
              <a:ext uri="{FF2B5EF4-FFF2-40B4-BE49-F238E27FC236}">
                <a16:creationId xmlns:a16="http://schemas.microsoft.com/office/drawing/2014/main" id="{F6DDFAA8-E9B4-E0F7-0621-23C5C9152CFD}"/>
              </a:ext>
            </a:extLst>
          </p:cNvPr>
          <p:cNvSpPr/>
          <p:nvPr/>
        </p:nvSpPr>
        <p:spPr>
          <a:xfrm>
            <a:off x="3248891" y="4077970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3" name="מלבן: פינות מעוגלות 82">
            <a:extLst>
              <a:ext uri="{FF2B5EF4-FFF2-40B4-BE49-F238E27FC236}">
                <a16:creationId xmlns:a16="http://schemas.microsoft.com/office/drawing/2014/main" id="{7A3B16DF-EFA7-4968-E68A-ED19DA7C2AE1}"/>
              </a:ext>
            </a:extLst>
          </p:cNvPr>
          <p:cNvSpPr/>
          <p:nvPr/>
        </p:nvSpPr>
        <p:spPr>
          <a:xfrm>
            <a:off x="4679373" y="4088361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4" name="מלבן: פינות מעוגלות 83">
            <a:extLst>
              <a:ext uri="{FF2B5EF4-FFF2-40B4-BE49-F238E27FC236}">
                <a16:creationId xmlns:a16="http://schemas.microsoft.com/office/drawing/2014/main" id="{70F10369-6412-6C40-DE7B-FBA175605C88}"/>
              </a:ext>
            </a:extLst>
          </p:cNvPr>
          <p:cNvSpPr/>
          <p:nvPr/>
        </p:nvSpPr>
        <p:spPr>
          <a:xfrm>
            <a:off x="6109855" y="4088361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5" name="מלבן: פינות מעוגלות 84">
            <a:extLst>
              <a:ext uri="{FF2B5EF4-FFF2-40B4-BE49-F238E27FC236}">
                <a16:creationId xmlns:a16="http://schemas.microsoft.com/office/drawing/2014/main" id="{262C7A57-B6C4-23BA-F117-A8A9FF48A2E4}"/>
              </a:ext>
            </a:extLst>
          </p:cNvPr>
          <p:cNvSpPr/>
          <p:nvPr/>
        </p:nvSpPr>
        <p:spPr>
          <a:xfrm>
            <a:off x="1808018" y="5410834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6" name="מלבן: פינות מעוגלות 85">
            <a:extLst>
              <a:ext uri="{FF2B5EF4-FFF2-40B4-BE49-F238E27FC236}">
                <a16:creationId xmlns:a16="http://schemas.microsoft.com/office/drawing/2014/main" id="{871DAE2A-0E90-1290-DB93-25D653011094}"/>
              </a:ext>
            </a:extLst>
          </p:cNvPr>
          <p:cNvSpPr/>
          <p:nvPr/>
        </p:nvSpPr>
        <p:spPr>
          <a:xfrm>
            <a:off x="3248891" y="5431616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7" name="מלבן: פינות מעוגלות 86">
            <a:extLst>
              <a:ext uri="{FF2B5EF4-FFF2-40B4-BE49-F238E27FC236}">
                <a16:creationId xmlns:a16="http://schemas.microsoft.com/office/drawing/2014/main" id="{C22E2AA9-AD4F-5BAC-1AE4-72AFF35531B1}"/>
              </a:ext>
            </a:extLst>
          </p:cNvPr>
          <p:cNvSpPr/>
          <p:nvPr/>
        </p:nvSpPr>
        <p:spPr>
          <a:xfrm>
            <a:off x="4679373" y="5442007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8" name="מלבן: פינות מעוגלות 87">
            <a:extLst>
              <a:ext uri="{FF2B5EF4-FFF2-40B4-BE49-F238E27FC236}">
                <a16:creationId xmlns:a16="http://schemas.microsoft.com/office/drawing/2014/main" id="{E3491D86-6B23-BA80-420C-6645B98A29D3}"/>
              </a:ext>
            </a:extLst>
          </p:cNvPr>
          <p:cNvSpPr/>
          <p:nvPr/>
        </p:nvSpPr>
        <p:spPr>
          <a:xfrm>
            <a:off x="6109855" y="5442007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9" name="מלבן: פינות מעוגלות 88">
            <a:extLst>
              <a:ext uri="{FF2B5EF4-FFF2-40B4-BE49-F238E27FC236}">
                <a16:creationId xmlns:a16="http://schemas.microsoft.com/office/drawing/2014/main" id="{E3B7E177-1F27-F4C8-1F40-39EB9268639D}"/>
              </a:ext>
            </a:extLst>
          </p:cNvPr>
          <p:cNvSpPr/>
          <p:nvPr/>
        </p:nvSpPr>
        <p:spPr>
          <a:xfrm>
            <a:off x="7526619" y="5469063"/>
            <a:ext cx="1278082" cy="1211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1" name="גרפיקה 90" descr="קופסה">
            <a:extLst>
              <a:ext uri="{FF2B5EF4-FFF2-40B4-BE49-F238E27FC236}">
                <a16:creationId xmlns:a16="http://schemas.microsoft.com/office/drawing/2014/main" id="{352610B2-788C-92DF-BFA8-9AE64CF3EB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0873" y="4151732"/>
            <a:ext cx="735487" cy="735487"/>
          </a:xfrm>
          <a:prstGeom prst="rect">
            <a:avLst/>
          </a:prstGeom>
        </p:spPr>
      </p:pic>
      <p:pic>
        <p:nvPicPr>
          <p:cNvPr id="92" name="תמונה 91">
            <a:extLst>
              <a:ext uri="{FF2B5EF4-FFF2-40B4-BE49-F238E27FC236}">
                <a16:creationId xmlns:a16="http://schemas.microsoft.com/office/drawing/2014/main" id="{22602526-8D26-501B-C77C-F694D3E32F8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14966">
            <a:off x="6390378" y="4182637"/>
            <a:ext cx="743939" cy="743939"/>
          </a:xfrm>
          <a:prstGeom prst="rect">
            <a:avLst/>
          </a:prstGeom>
        </p:spPr>
      </p:pic>
      <p:pic>
        <p:nvPicPr>
          <p:cNvPr id="93" name="גרפיקה 92" descr="מחשב">
            <a:extLst>
              <a:ext uri="{FF2B5EF4-FFF2-40B4-BE49-F238E27FC236}">
                <a16:creationId xmlns:a16="http://schemas.microsoft.com/office/drawing/2014/main" id="{C5E16672-587C-7EBE-8BC5-59AC71D2865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4774" y="5408446"/>
            <a:ext cx="677121" cy="677121"/>
          </a:xfrm>
          <a:prstGeom prst="rect">
            <a:avLst/>
          </a:prstGeom>
        </p:spPr>
      </p:pic>
      <p:pic>
        <p:nvPicPr>
          <p:cNvPr id="94" name="תמונה 93" descr="תמונה שמכילה מקורה&#10;&#10;תיאור שנוצר ברמת מהימנות גבוהה">
            <a:extLst>
              <a:ext uri="{FF2B5EF4-FFF2-40B4-BE49-F238E27FC236}">
                <a16:creationId xmlns:a16="http://schemas.microsoft.com/office/drawing/2014/main" id="{7D94EBBF-CE1A-6A82-7EE6-BBF1FC24D799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031323">
            <a:off x="6409705" y="5583804"/>
            <a:ext cx="490878" cy="490377"/>
          </a:xfrm>
          <a:prstGeom prst="rect">
            <a:avLst/>
          </a:prstGeom>
        </p:spPr>
      </p:pic>
      <p:pic>
        <p:nvPicPr>
          <p:cNvPr id="95" name="תמונה 94" descr="תמונה שמכילה אלקטרוניקה&#10;&#10;תיאור שנוצר ברמת מהימנות גבוהה">
            <a:extLst>
              <a:ext uri="{FF2B5EF4-FFF2-40B4-BE49-F238E27FC236}">
                <a16:creationId xmlns:a16="http://schemas.microsoft.com/office/drawing/2014/main" id="{F9B2B24A-EC17-EB66-AE41-2D41D49A2CD0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573360" y="4241882"/>
            <a:ext cx="630887" cy="630887"/>
          </a:xfrm>
          <a:prstGeom prst="rect">
            <a:avLst/>
          </a:prstGeom>
        </p:spPr>
      </p:pic>
      <p:pic>
        <p:nvPicPr>
          <p:cNvPr id="96" name="תמונה 95">
            <a:extLst>
              <a:ext uri="{FF2B5EF4-FFF2-40B4-BE49-F238E27FC236}">
                <a16:creationId xmlns:a16="http://schemas.microsoft.com/office/drawing/2014/main" id="{18D2170D-2E62-3936-31CB-E9F0E99D3C2B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3172" y="5463201"/>
            <a:ext cx="567560" cy="567560"/>
          </a:xfrm>
          <a:prstGeom prst="rect">
            <a:avLst/>
          </a:prstGeom>
        </p:spPr>
      </p:pic>
      <p:pic>
        <p:nvPicPr>
          <p:cNvPr id="97" name="גרפיקה 96" descr="חולצה">
            <a:extLst>
              <a:ext uri="{FF2B5EF4-FFF2-40B4-BE49-F238E27FC236}">
                <a16:creationId xmlns:a16="http://schemas.microsoft.com/office/drawing/2014/main" id="{CA0617E5-D596-9E2A-CCFE-A339AB93C2B7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91741" y="4196820"/>
            <a:ext cx="713451" cy="713451"/>
          </a:xfrm>
          <a:prstGeom prst="rect">
            <a:avLst/>
          </a:prstGeom>
        </p:spPr>
      </p:pic>
      <p:pic>
        <p:nvPicPr>
          <p:cNvPr id="98" name="גרפיקה 97" descr="שקית קניות">
            <a:extLst>
              <a:ext uri="{FF2B5EF4-FFF2-40B4-BE49-F238E27FC236}">
                <a16:creationId xmlns:a16="http://schemas.microsoft.com/office/drawing/2014/main" id="{8E943EF1-396C-8DEC-17E4-051E14917DB7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56013" y="5461600"/>
            <a:ext cx="580151" cy="580151"/>
          </a:xfrm>
          <a:prstGeom prst="rect">
            <a:avLst/>
          </a:prstGeom>
        </p:spPr>
      </p:pic>
      <p:sp>
        <p:nvSpPr>
          <p:cNvPr id="99" name="Title 1">
            <a:extLst>
              <a:ext uri="{FF2B5EF4-FFF2-40B4-BE49-F238E27FC236}">
                <a16:creationId xmlns:a16="http://schemas.microsoft.com/office/drawing/2014/main" id="{4C4D3D66-8F6F-A376-B82E-429AA876A349}"/>
              </a:ext>
            </a:extLst>
          </p:cNvPr>
          <p:cNvSpPr txBox="1">
            <a:spLocks/>
          </p:cNvSpPr>
          <p:nvPr/>
        </p:nvSpPr>
        <p:spPr>
          <a:xfrm>
            <a:off x="4499571" y="6078119"/>
            <a:ext cx="1640114" cy="5963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Paper recycling</a:t>
            </a:r>
          </a:p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and information </a:t>
            </a:r>
          </a:p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security services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0" name="Title 1">
            <a:extLst>
              <a:ext uri="{FF2B5EF4-FFF2-40B4-BE49-F238E27FC236}">
                <a16:creationId xmlns:a16="http://schemas.microsoft.com/office/drawing/2014/main" id="{6C8CE843-4399-F56C-2269-0D13621E48CE}"/>
              </a:ext>
            </a:extLst>
          </p:cNvPr>
          <p:cNvSpPr txBox="1">
            <a:spLocks/>
          </p:cNvSpPr>
          <p:nvPr/>
        </p:nvSpPr>
        <p:spPr>
          <a:xfrm>
            <a:off x="1580019" y="4772878"/>
            <a:ext cx="1756228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Cardboard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recycling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1" name="Title 1">
            <a:extLst>
              <a:ext uri="{FF2B5EF4-FFF2-40B4-BE49-F238E27FC236}">
                <a16:creationId xmlns:a16="http://schemas.microsoft.com/office/drawing/2014/main" id="{A095D48C-7F71-466F-0EB9-9325475D99CD}"/>
              </a:ext>
            </a:extLst>
          </p:cNvPr>
          <p:cNvSpPr txBox="1">
            <a:spLocks/>
          </p:cNvSpPr>
          <p:nvPr/>
        </p:nvSpPr>
        <p:spPr>
          <a:xfrm>
            <a:off x="5790316" y="4802487"/>
            <a:ext cx="1937982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 algn="ctr" rtl="0">
              <a:lnSpc>
                <a:spcPts val="1000"/>
              </a:lnSpc>
              <a:defRPr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Newspaper </a:t>
            </a:r>
          </a:p>
          <a:p>
            <a:pPr lvl="0" algn="ctr" rtl="0">
              <a:lnSpc>
                <a:spcPts val="1000"/>
              </a:lnSpc>
              <a:defRPr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recycling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891EC1CE-D4F1-5933-0DD6-C78CF1BCE410}"/>
              </a:ext>
            </a:extLst>
          </p:cNvPr>
          <p:cNvSpPr txBox="1">
            <a:spLocks/>
          </p:cNvSpPr>
          <p:nvPr/>
        </p:nvSpPr>
        <p:spPr>
          <a:xfrm>
            <a:off x="5904646" y="5994195"/>
            <a:ext cx="1567543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Plastic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recycling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3" name="Title 1">
            <a:extLst>
              <a:ext uri="{FF2B5EF4-FFF2-40B4-BE49-F238E27FC236}">
                <a16:creationId xmlns:a16="http://schemas.microsoft.com/office/drawing/2014/main" id="{E257A16E-7158-9FE5-F449-85B5F5DFA73C}"/>
              </a:ext>
            </a:extLst>
          </p:cNvPr>
          <p:cNvSpPr txBox="1">
            <a:spLocks/>
          </p:cNvSpPr>
          <p:nvPr/>
        </p:nvSpPr>
        <p:spPr>
          <a:xfrm>
            <a:off x="3192804" y="4796310"/>
            <a:ext cx="1422400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Tire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recycling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4" name="Title 1">
            <a:extLst>
              <a:ext uri="{FF2B5EF4-FFF2-40B4-BE49-F238E27FC236}">
                <a16:creationId xmlns:a16="http://schemas.microsoft.com/office/drawing/2014/main" id="{9F78DDD3-3CC9-D905-4806-38F022DF46B2}"/>
              </a:ext>
            </a:extLst>
          </p:cNvPr>
          <p:cNvSpPr txBox="1">
            <a:spLocks/>
          </p:cNvSpPr>
          <p:nvPr/>
        </p:nvSpPr>
        <p:spPr>
          <a:xfrm>
            <a:off x="2826396" y="6030462"/>
            <a:ext cx="2133600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Waste treatment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transfer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stations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5" name="Title 1">
            <a:extLst>
              <a:ext uri="{FF2B5EF4-FFF2-40B4-BE49-F238E27FC236}">
                <a16:creationId xmlns:a16="http://schemas.microsoft.com/office/drawing/2014/main" id="{5AFC0FCD-9FB7-0045-3FE9-DBCC844A2780}"/>
              </a:ext>
            </a:extLst>
          </p:cNvPr>
          <p:cNvSpPr txBox="1">
            <a:spLocks/>
          </p:cNvSpPr>
          <p:nvPr/>
        </p:nvSpPr>
        <p:spPr>
          <a:xfrm>
            <a:off x="7170603" y="6056172"/>
            <a:ext cx="1754713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General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Paper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collection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6" name="Title 1">
            <a:extLst>
              <a:ext uri="{FF2B5EF4-FFF2-40B4-BE49-F238E27FC236}">
                <a16:creationId xmlns:a16="http://schemas.microsoft.com/office/drawing/2014/main" id="{61A1EA8F-1302-1C2A-FBBC-12A2445D0858}"/>
              </a:ext>
            </a:extLst>
          </p:cNvPr>
          <p:cNvSpPr txBox="1">
            <a:spLocks/>
          </p:cNvSpPr>
          <p:nvPr/>
        </p:nvSpPr>
        <p:spPr>
          <a:xfrm>
            <a:off x="1049180" y="6001094"/>
            <a:ext cx="2799522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ts val="1000"/>
              </a:lnSpc>
            </a:pP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Packaging waste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management for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TAMIR Recycling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Corporation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C0A24939-7D9D-493B-BF9C-380C0E525EED}"/>
              </a:ext>
            </a:extLst>
          </p:cNvPr>
          <p:cNvSpPr txBox="1">
            <a:spLocks/>
          </p:cNvSpPr>
          <p:nvPr/>
        </p:nvSpPr>
        <p:spPr>
          <a:xfrm>
            <a:off x="4496645" y="4817099"/>
            <a:ext cx="1640114" cy="596334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Textile </a:t>
            </a:r>
          </a:p>
          <a:p>
            <a:pPr algn="ctr" rtl="0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collection</a:t>
            </a:r>
            <a:endParaRPr lang="he-IL" sz="11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8" name="גרפיקה 107" descr="שליחה">
            <a:extLst>
              <a:ext uri="{FF2B5EF4-FFF2-40B4-BE49-F238E27FC236}">
                <a16:creationId xmlns:a16="http://schemas.microsoft.com/office/drawing/2014/main" id="{3E5C1F8E-1C3C-B619-A755-A3C13D0D78C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60128" y="5437695"/>
            <a:ext cx="712160" cy="7121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7590B6D-3C4D-786D-E009-B93FF60DA323}"/>
              </a:ext>
            </a:extLst>
          </p:cNvPr>
          <p:cNvSpPr txBox="1">
            <a:spLocks/>
          </p:cNvSpPr>
          <p:nvPr/>
        </p:nvSpPr>
        <p:spPr>
          <a:xfrm>
            <a:off x="276209" y="966796"/>
            <a:ext cx="8096079" cy="758924"/>
          </a:xfrm>
          <a:prstGeom prst="rect">
            <a:avLst/>
          </a:prstGeom>
        </p:spPr>
        <p:txBody>
          <a:bodyPr lIns="216000" tIns="72000" rIns="216000" bIns="72000"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255127"/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KMM Recycling Industries</a:t>
            </a:r>
          </a:p>
        </p:txBody>
      </p:sp>
    </p:spTree>
    <p:extLst>
      <p:ext uri="{BB962C8B-B14F-4D97-AF65-F5344CB8AC3E}">
        <p14:creationId xmlns:p14="http://schemas.microsoft.com/office/powerpoint/2010/main" val="325272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833B33-E188-2FF9-F815-1A0E7B00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מלבן: פינות מעוגלות 89">
            <a:extLst>
              <a:ext uri="{FF2B5EF4-FFF2-40B4-BE49-F238E27FC236}">
                <a16:creationId xmlns:a16="http://schemas.microsoft.com/office/drawing/2014/main" id="{CA278A84-6921-5796-746D-B1E4A3F4A34B}"/>
              </a:ext>
            </a:extLst>
          </p:cNvPr>
          <p:cNvSpPr/>
          <p:nvPr/>
        </p:nvSpPr>
        <p:spPr>
          <a:xfrm>
            <a:off x="7917873" y="3086100"/>
            <a:ext cx="2867891" cy="232473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7C12C21F-C8F0-B4EC-DC8A-9734B6FF64C4}"/>
              </a:ext>
            </a:extLst>
          </p:cNvPr>
          <p:cNvSpPr/>
          <p:nvPr/>
        </p:nvSpPr>
        <p:spPr>
          <a:xfrm>
            <a:off x="1432104" y="0"/>
            <a:ext cx="2608119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53F2F2-31F6-3C03-FC53-9589433097D9}"/>
              </a:ext>
            </a:extLst>
          </p:cNvPr>
          <p:cNvSpPr txBox="1">
            <a:spLocks/>
          </p:cNvSpPr>
          <p:nvPr/>
        </p:nvSpPr>
        <p:spPr>
          <a:xfrm>
            <a:off x="55699" y="1077117"/>
            <a:ext cx="8096079" cy="758924"/>
          </a:xfrm>
          <a:prstGeom prst="rect">
            <a:avLst/>
          </a:prstGeom>
        </p:spPr>
        <p:txBody>
          <a:bodyPr lIns="216000" tIns="72000" rIns="216000" bIns="72000"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255127"/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KMM Recycling Industries</a:t>
            </a:r>
          </a:p>
        </p:txBody>
      </p:sp>
      <p:sp>
        <p:nvSpPr>
          <p:cNvPr id="38" name="יהלום 37">
            <a:extLst>
              <a:ext uri="{FF2B5EF4-FFF2-40B4-BE49-F238E27FC236}">
                <a16:creationId xmlns:a16="http://schemas.microsoft.com/office/drawing/2014/main" id="{F8012444-25D3-8C6A-B3F3-C33DD9C596C9}"/>
              </a:ext>
            </a:extLst>
          </p:cNvPr>
          <p:cNvSpPr/>
          <p:nvPr/>
        </p:nvSpPr>
        <p:spPr>
          <a:xfrm>
            <a:off x="15280990" y="6680066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9" name="יהלום 38">
            <a:extLst>
              <a:ext uri="{FF2B5EF4-FFF2-40B4-BE49-F238E27FC236}">
                <a16:creationId xmlns:a16="http://schemas.microsoft.com/office/drawing/2014/main" id="{B61E3671-3D67-C18A-C1F7-D3422217BCE8}"/>
              </a:ext>
            </a:extLst>
          </p:cNvPr>
          <p:cNvSpPr/>
          <p:nvPr/>
        </p:nvSpPr>
        <p:spPr>
          <a:xfrm>
            <a:off x="10476278" y="8499661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41" name="יהלום 40">
            <a:extLst>
              <a:ext uri="{FF2B5EF4-FFF2-40B4-BE49-F238E27FC236}">
                <a16:creationId xmlns:a16="http://schemas.microsoft.com/office/drawing/2014/main" id="{1AF1C1F0-433A-09E9-086C-5E1598D43445}"/>
              </a:ext>
            </a:extLst>
          </p:cNvPr>
          <p:cNvSpPr/>
          <p:nvPr/>
        </p:nvSpPr>
        <p:spPr>
          <a:xfrm>
            <a:off x="11478074" y="7989562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0A8E2A6B-08F8-43A4-1D72-2EE33E814B4D}"/>
              </a:ext>
            </a:extLst>
          </p:cNvPr>
          <p:cNvSpPr/>
          <p:nvPr/>
        </p:nvSpPr>
        <p:spPr>
          <a:xfrm>
            <a:off x="9050482" y="1152636"/>
            <a:ext cx="1425796" cy="1366886"/>
          </a:xfrm>
          <a:prstGeom prst="roundRect">
            <a:avLst>
              <a:gd name="adj" fmla="val 12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" name="תמונה 19" descr="תמונה שמכילה טקסט, ספר, עיצוב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4BF53FB-0528-C1C1-C78E-6B30F36CE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88"/>
          <a:stretch>
            <a:fillRect/>
          </a:stretch>
        </p:blipFill>
        <p:spPr>
          <a:xfrm>
            <a:off x="7500080" y="1253421"/>
            <a:ext cx="3131416" cy="2489021"/>
          </a:xfrm>
          <a:prstGeom prst="roundRect">
            <a:avLst>
              <a:gd name="adj" fmla="val 697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Box 13">
            <a:extLst>
              <a:ext uri="{FF2B5EF4-FFF2-40B4-BE49-F238E27FC236}">
                <a16:creationId xmlns:a16="http://schemas.microsoft.com/office/drawing/2014/main" id="{311E6C54-EF0D-D78D-AD21-14DD6A7BBE94}"/>
              </a:ext>
            </a:extLst>
          </p:cNvPr>
          <p:cNvSpPr txBox="1"/>
          <p:nvPr/>
        </p:nvSpPr>
        <p:spPr>
          <a:xfrm>
            <a:off x="1119673" y="1754834"/>
            <a:ext cx="65404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4 sorting plants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550 workers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150 trucks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Engaged with 90 municipal government's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Servising millions of people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Sold to Generation capital in 2022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6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DF3D56-9B52-1A3A-E3E4-ACAA7859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F6C8E2B6-22FC-2703-BE19-FACBA4653A1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7276" y="97523"/>
            <a:ext cx="9450324" cy="6760476"/>
          </a:xfrm>
          <a:prstGeom prst="rect">
            <a:avLst/>
          </a:prstGeom>
        </p:spPr>
      </p:pic>
      <p:pic>
        <p:nvPicPr>
          <p:cNvPr id="6" name="תמונה 5" descr="תמונה שמכילה צללית, שחור ו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9E7A80A-6910-CC44-4A54-0A6F560FE3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20" y="315829"/>
            <a:ext cx="9019048" cy="6609524"/>
          </a:xfrm>
          <a:prstGeom prst="rect">
            <a:avLst/>
          </a:prstGeom>
        </p:spPr>
      </p:pic>
      <p:pic>
        <p:nvPicPr>
          <p:cNvPr id="26" name="object 52">
            <a:extLst>
              <a:ext uri="{FF2B5EF4-FFF2-40B4-BE49-F238E27FC236}">
                <a16:creationId xmlns:a16="http://schemas.microsoft.com/office/drawing/2014/main" id="{5BD3CD5C-CB90-C14C-F7F8-A269DFC6C8A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57398" y="2701213"/>
            <a:ext cx="261937" cy="346786"/>
          </a:xfrm>
          <a:prstGeom prst="rect">
            <a:avLst/>
          </a:prstGeom>
        </p:spPr>
      </p:pic>
      <p:sp>
        <p:nvSpPr>
          <p:cNvPr id="30" name="object 53">
            <a:extLst>
              <a:ext uri="{FF2B5EF4-FFF2-40B4-BE49-F238E27FC236}">
                <a16:creationId xmlns:a16="http://schemas.microsoft.com/office/drawing/2014/main" id="{2CAE3D2B-3A6C-19CD-2A52-ABE1C6973B9E}"/>
              </a:ext>
            </a:extLst>
          </p:cNvPr>
          <p:cNvSpPr/>
          <p:nvPr/>
        </p:nvSpPr>
        <p:spPr>
          <a:xfrm>
            <a:off x="1486235" y="2967227"/>
            <a:ext cx="1182370" cy="347345"/>
          </a:xfrm>
          <a:custGeom>
            <a:avLst/>
            <a:gdLst/>
            <a:ahLst/>
            <a:cxnLst/>
            <a:rect l="l" t="t" r="r" b="b"/>
            <a:pathLst>
              <a:path w="1182370" h="347345">
                <a:moveTo>
                  <a:pt x="43072" y="271607"/>
                </a:moveTo>
                <a:lnTo>
                  <a:pt x="27985" y="272542"/>
                </a:lnTo>
                <a:lnTo>
                  <a:pt x="14418" y="279271"/>
                </a:lnTo>
                <a:lnTo>
                  <a:pt x="4792" y="290274"/>
                </a:lnTo>
                <a:lnTo>
                  <a:pt x="0" y="304063"/>
                </a:lnTo>
                <a:lnTo>
                  <a:pt x="934" y="319150"/>
                </a:lnTo>
                <a:lnTo>
                  <a:pt x="7663" y="332718"/>
                </a:lnTo>
                <a:lnTo>
                  <a:pt x="18667" y="342344"/>
                </a:lnTo>
                <a:lnTo>
                  <a:pt x="32456" y="347136"/>
                </a:lnTo>
                <a:lnTo>
                  <a:pt x="47543" y="346201"/>
                </a:lnTo>
                <a:lnTo>
                  <a:pt x="61110" y="339472"/>
                </a:lnTo>
                <a:lnTo>
                  <a:pt x="70737" y="328469"/>
                </a:lnTo>
                <a:lnTo>
                  <a:pt x="75529" y="314680"/>
                </a:lnTo>
                <a:lnTo>
                  <a:pt x="75483" y="313944"/>
                </a:lnTo>
                <a:lnTo>
                  <a:pt x="39034" y="313944"/>
                </a:lnTo>
                <a:lnTo>
                  <a:pt x="36494" y="304800"/>
                </a:lnTo>
                <a:lnTo>
                  <a:pt x="72425" y="295218"/>
                </a:lnTo>
                <a:lnTo>
                  <a:pt x="67865" y="286025"/>
                </a:lnTo>
                <a:lnTo>
                  <a:pt x="56862" y="276399"/>
                </a:lnTo>
                <a:lnTo>
                  <a:pt x="43072" y="271607"/>
                </a:lnTo>
                <a:close/>
              </a:path>
              <a:path w="1182370" h="347345">
                <a:moveTo>
                  <a:pt x="72425" y="295218"/>
                </a:moveTo>
                <a:lnTo>
                  <a:pt x="36494" y="304800"/>
                </a:lnTo>
                <a:lnTo>
                  <a:pt x="39034" y="313944"/>
                </a:lnTo>
                <a:lnTo>
                  <a:pt x="74891" y="304382"/>
                </a:lnTo>
                <a:lnTo>
                  <a:pt x="74594" y="299593"/>
                </a:lnTo>
                <a:lnTo>
                  <a:pt x="72425" y="295218"/>
                </a:lnTo>
                <a:close/>
              </a:path>
              <a:path w="1182370" h="347345">
                <a:moveTo>
                  <a:pt x="74891" y="304382"/>
                </a:moveTo>
                <a:lnTo>
                  <a:pt x="39034" y="313944"/>
                </a:lnTo>
                <a:lnTo>
                  <a:pt x="75483" y="313944"/>
                </a:lnTo>
                <a:lnTo>
                  <a:pt x="74917" y="304800"/>
                </a:lnTo>
                <a:lnTo>
                  <a:pt x="74891" y="304382"/>
                </a:lnTo>
                <a:close/>
              </a:path>
              <a:path w="1182370" h="347345">
                <a:moveTo>
                  <a:pt x="1179494" y="0"/>
                </a:moveTo>
                <a:lnTo>
                  <a:pt x="72425" y="295218"/>
                </a:lnTo>
                <a:lnTo>
                  <a:pt x="74594" y="299593"/>
                </a:lnTo>
                <a:lnTo>
                  <a:pt x="74871" y="304063"/>
                </a:lnTo>
                <a:lnTo>
                  <a:pt x="74891" y="304382"/>
                </a:lnTo>
                <a:lnTo>
                  <a:pt x="1182034" y="9144"/>
                </a:lnTo>
                <a:lnTo>
                  <a:pt x="1179494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37" name="object 21">
            <a:extLst>
              <a:ext uri="{FF2B5EF4-FFF2-40B4-BE49-F238E27FC236}">
                <a16:creationId xmlns:a16="http://schemas.microsoft.com/office/drawing/2014/main" id="{94989200-B327-3A85-9AEF-797BD567227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65254" y="3518087"/>
            <a:ext cx="261937" cy="346786"/>
          </a:xfrm>
          <a:prstGeom prst="rect">
            <a:avLst/>
          </a:prstGeom>
        </p:spPr>
      </p:pic>
      <p:sp>
        <p:nvSpPr>
          <p:cNvPr id="38" name="object 22">
            <a:extLst>
              <a:ext uri="{FF2B5EF4-FFF2-40B4-BE49-F238E27FC236}">
                <a16:creationId xmlns:a16="http://schemas.microsoft.com/office/drawing/2014/main" id="{C8C6CA39-9C0C-AB21-7EF5-DEF341DD59AB}"/>
              </a:ext>
            </a:extLst>
          </p:cNvPr>
          <p:cNvSpPr/>
          <p:nvPr/>
        </p:nvSpPr>
        <p:spPr>
          <a:xfrm>
            <a:off x="3734958" y="2666130"/>
            <a:ext cx="3775913" cy="1134085"/>
          </a:xfrm>
          <a:custGeom>
            <a:avLst/>
            <a:gdLst/>
            <a:ahLst/>
            <a:cxnLst/>
            <a:rect l="l" t="t" r="r" b="b"/>
            <a:pathLst>
              <a:path w="2664459" h="781050">
                <a:moveTo>
                  <a:pt x="2589547" y="43339"/>
                </a:moveTo>
                <a:lnTo>
                  <a:pt x="0" y="771650"/>
                </a:lnTo>
                <a:lnTo>
                  <a:pt x="2540" y="780794"/>
                </a:lnTo>
                <a:lnTo>
                  <a:pt x="2592132" y="52470"/>
                </a:lnTo>
                <a:lnTo>
                  <a:pt x="2589911" y="48131"/>
                </a:lnTo>
                <a:lnTo>
                  <a:pt x="2589547" y="43339"/>
                </a:lnTo>
                <a:close/>
              </a:path>
              <a:path w="2664459" h="781050">
                <a:moveTo>
                  <a:pt x="2663750" y="33272"/>
                </a:moveTo>
                <a:lnTo>
                  <a:pt x="2625344" y="33272"/>
                </a:lnTo>
                <a:lnTo>
                  <a:pt x="2627884" y="42416"/>
                </a:lnTo>
                <a:lnTo>
                  <a:pt x="2592132" y="52470"/>
                </a:lnTo>
                <a:lnTo>
                  <a:pt x="2596824" y="61634"/>
                </a:lnTo>
                <a:lnTo>
                  <a:pt x="2607976" y="71102"/>
                </a:lnTo>
                <a:lnTo>
                  <a:pt x="2621843" y="75688"/>
                </a:lnTo>
                <a:lnTo>
                  <a:pt x="2636901" y="74547"/>
                </a:lnTo>
                <a:lnTo>
                  <a:pt x="2650404" y="67633"/>
                </a:lnTo>
                <a:lnTo>
                  <a:pt x="2659872" y="56481"/>
                </a:lnTo>
                <a:lnTo>
                  <a:pt x="2664458" y="42614"/>
                </a:lnTo>
                <a:lnTo>
                  <a:pt x="2663750" y="33272"/>
                </a:lnTo>
                <a:close/>
              </a:path>
              <a:path w="2664459" h="781050">
                <a:moveTo>
                  <a:pt x="2625344" y="33272"/>
                </a:moveTo>
                <a:lnTo>
                  <a:pt x="2589547" y="43339"/>
                </a:lnTo>
                <a:lnTo>
                  <a:pt x="2589911" y="48131"/>
                </a:lnTo>
                <a:lnTo>
                  <a:pt x="2592132" y="52470"/>
                </a:lnTo>
                <a:lnTo>
                  <a:pt x="2627884" y="42416"/>
                </a:lnTo>
                <a:lnTo>
                  <a:pt x="2625344" y="33272"/>
                </a:lnTo>
                <a:close/>
              </a:path>
              <a:path w="2664459" h="781050">
                <a:moveTo>
                  <a:pt x="2631384" y="0"/>
                </a:moveTo>
                <a:lnTo>
                  <a:pt x="2616327" y="1141"/>
                </a:lnTo>
                <a:lnTo>
                  <a:pt x="2602823" y="8054"/>
                </a:lnTo>
                <a:lnTo>
                  <a:pt x="2593355" y="19206"/>
                </a:lnTo>
                <a:lnTo>
                  <a:pt x="2588769" y="33073"/>
                </a:lnTo>
                <a:lnTo>
                  <a:pt x="2589477" y="42416"/>
                </a:lnTo>
                <a:lnTo>
                  <a:pt x="2589547" y="43339"/>
                </a:lnTo>
                <a:lnTo>
                  <a:pt x="2625344" y="33272"/>
                </a:lnTo>
                <a:lnTo>
                  <a:pt x="2663750" y="33272"/>
                </a:lnTo>
                <a:lnTo>
                  <a:pt x="2663317" y="27557"/>
                </a:lnTo>
                <a:lnTo>
                  <a:pt x="2656403" y="14053"/>
                </a:lnTo>
                <a:lnTo>
                  <a:pt x="2645251" y="4585"/>
                </a:lnTo>
                <a:lnTo>
                  <a:pt x="2631384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0" name="object 70">
            <a:extLst>
              <a:ext uri="{FF2B5EF4-FFF2-40B4-BE49-F238E27FC236}">
                <a16:creationId xmlns:a16="http://schemas.microsoft.com/office/drawing/2014/main" id="{99E086DB-E7F3-11A5-DA3A-A247C8F4E3C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4941" y="4801788"/>
            <a:ext cx="261937" cy="346786"/>
          </a:xfrm>
          <a:prstGeom prst="rect">
            <a:avLst/>
          </a:prstGeom>
        </p:spPr>
      </p:pic>
      <p:sp>
        <p:nvSpPr>
          <p:cNvPr id="41" name="object 71">
            <a:extLst>
              <a:ext uri="{FF2B5EF4-FFF2-40B4-BE49-F238E27FC236}">
                <a16:creationId xmlns:a16="http://schemas.microsoft.com/office/drawing/2014/main" id="{AF87987D-637E-A35F-F303-64EE19E49795}"/>
              </a:ext>
            </a:extLst>
          </p:cNvPr>
          <p:cNvSpPr/>
          <p:nvPr/>
        </p:nvSpPr>
        <p:spPr>
          <a:xfrm>
            <a:off x="7196071" y="4599300"/>
            <a:ext cx="1563370" cy="478155"/>
          </a:xfrm>
          <a:custGeom>
            <a:avLst/>
            <a:gdLst/>
            <a:ahLst/>
            <a:cxnLst/>
            <a:rect l="l" t="t" r="r" b="b"/>
            <a:pathLst>
              <a:path w="1563370" h="478154">
                <a:moveTo>
                  <a:pt x="1488296" y="43444"/>
                </a:moveTo>
                <a:lnTo>
                  <a:pt x="0" y="468489"/>
                </a:lnTo>
                <a:lnTo>
                  <a:pt x="2540" y="477646"/>
                </a:lnTo>
                <a:lnTo>
                  <a:pt x="1490899" y="52583"/>
                </a:lnTo>
                <a:lnTo>
                  <a:pt x="1488694" y="48297"/>
                </a:lnTo>
                <a:lnTo>
                  <a:pt x="1488296" y="43444"/>
                </a:lnTo>
                <a:close/>
              </a:path>
              <a:path w="1563370" h="478154">
                <a:moveTo>
                  <a:pt x="1562327" y="33247"/>
                </a:moveTo>
                <a:lnTo>
                  <a:pt x="1524000" y="33247"/>
                </a:lnTo>
                <a:lnTo>
                  <a:pt x="1526552" y="42448"/>
                </a:lnTo>
                <a:lnTo>
                  <a:pt x="1526387" y="42448"/>
                </a:lnTo>
                <a:lnTo>
                  <a:pt x="1490899" y="52583"/>
                </a:lnTo>
                <a:lnTo>
                  <a:pt x="1495607" y="61732"/>
                </a:lnTo>
                <a:lnTo>
                  <a:pt x="1506759" y="71131"/>
                </a:lnTo>
                <a:lnTo>
                  <a:pt x="1520626" y="75654"/>
                </a:lnTo>
                <a:lnTo>
                  <a:pt x="1535684" y="74459"/>
                </a:lnTo>
                <a:lnTo>
                  <a:pt x="1549165" y="67508"/>
                </a:lnTo>
                <a:lnTo>
                  <a:pt x="1558575" y="56333"/>
                </a:lnTo>
                <a:lnTo>
                  <a:pt x="1563080" y="42448"/>
                </a:lnTo>
                <a:lnTo>
                  <a:pt x="1562327" y="33247"/>
                </a:lnTo>
                <a:close/>
              </a:path>
              <a:path w="1563370" h="478154">
                <a:moveTo>
                  <a:pt x="1524000" y="33247"/>
                </a:moveTo>
                <a:lnTo>
                  <a:pt x="1488296" y="43444"/>
                </a:lnTo>
                <a:lnTo>
                  <a:pt x="1488694" y="48297"/>
                </a:lnTo>
                <a:lnTo>
                  <a:pt x="1490899" y="52583"/>
                </a:lnTo>
                <a:lnTo>
                  <a:pt x="1526387" y="42448"/>
                </a:lnTo>
                <a:lnTo>
                  <a:pt x="1526552" y="42448"/>
                </a:lnTo>
                <a:lnTo>
                  <a:pt x="1524000" y="33247"/>
                </a:lnTo>
                <a:close/>
              </a:path>
              <a:path w="1563370" h="478154">
                <a:moveTo>
                  <a:pt x="1529913" y="0"/>
                </a:moveTo>
                <a:lnTo>
                  <a:pt x="1514855" y="1193"/>
                </a:lnTo>
                <a:lnTo>
                  <a:pt x="1501374" y="8144"/>
                </a:lnTo>
                <a:lnTo>
                  <a:pt x="1491964" y="19320"/>
                </a:lnTo>
                <a:lnTo>
                  <a:pt x="1487462" y="33247"/>
                </a:lnTo>
                <a:lnTo>
                  <a:pt x="1488215" y="42448"/>
                </a:lnTo>
                <a:lnTo>
                  <a:pt x="1488296" y="43444"/>
                </a:lnTo>
                <a:lnTo>
                  <a:pt x="1524000" y="33247"/>
                </a:lnTo>
                <a:lnTo>
                  <a:pt x="1562327" y="33247"/>
                </a:lnTo>
                <a:lnTo>
                  <a:pt x="1561846" y="27367"/>
                </a:lnTo>
                <a:lnTo>
                  <a:pt x="1554932" y="13930"/>
                </a:lnTo>
                <a:lnTo>
                  <a:pt x="1543780" y="4526"/>
                </a:lnTo>
                <a:lnTo>
                  <a:pt x="1529913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2" name="object 72">
            <a:extLst>
              <a:ext uri="{FF2B5EF4-FFF2-40B4-BE49-F238E27FC236}">
                <a16:creationId xmlns:a16="http://schemas.microsoft.com/office/drawing/2014/main" id="{AADF990F-F850-CFE2-590C-0393BBCCBB9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24120" y="4041680"/>
            <a:ext cx="497204" cy="211835"/>
          </a:xfrm>
          <a:prstGeom prst="rect">
            <a:avLst/>
          </a:prstGeom>
        </p:spPr>
      </p:pic>
      <p:pic>
        <p:nvPicPr>
          <p:cNvPr id="43" name="object 73">
            <a:extLst>
              <a:ext uri="{FF2B5EF4-FFF2-40B4-BE49-F238E27FC236}">
                <a16:creationId xmlns:a16="http://schemas.microsoft.com/office/drawing/2014/main" id="{9A2A5B74-7C59-B809-B811-A0433E8346B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24120" y="4255041"/>
            <a:ext cx="539927" cy="181356"/>
          </a:xfrm>
          <a:prstGeom prst="rect">
            <a:avLst/>
          </a:prstGeom>
        </p:spPr>
      </p:pic>
      <p:pic>
        <p:nvPicPr>
          <p:cNvPr id="44" name="object 74">
            <a:extLst>
              <a:ext uri="{FF2B5EF4-FFF2-40B4-BE49-F238E27FC236}">
                <a16:creationId xmlns:a16="http://schemas.microsoft.com/office/drawing/2014/main" id="{A2D983BD-033C-1FEF-0635-2ED337B864B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24120" y="4437946"/>
            <a:ext cx="548640" cy="181356"/>
          </a:xfrm>
          <a:prstGeom prst="rect">
            <a:avLst/>
          </a:prstGeom>
        </p:spPr>
      </p:pic>
      <p:sp>
        <p:nvSpPr>
          <p:cNvPr id="51" name="מלבן 50">
            <a:extLst>
              <a:ext uri="{FF2B5EF4-FFF2-40B4-BE49-F238E27FC236}">
                <a16:creationId xmlns:a16="http://schemas.microsoft.com/office/drawing/2014/main" id="{75933128-0A6A-B475-B7DA-AD99AEB9A221}"/>
              </a:ext>
            </a:extLst>
          </p:cNvPr>
          <p:cNvSpPr/>
          <p:nvPr/>
        </p:nvSpPr>
        <p:spPr>
          <a:xfrm>
            <a:off x="463983" y="4494961"/>
            <a:ext cx="24235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 the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Nitzanei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Oz industrial park: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15,000 m</a:t>
            </a:r>
            <a:r>
              <a:rPr kumimoji="0" lang="en-US" sz="120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for the processing of paper, cardboard and plastic</a:t>
            </a:r>
            <a:endParaRPr kumimoji="0" lang="he-IL" sz="12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מלבן 51">
            <a:extLst>
              <a:ext uri="{FF2B5EF4-FFF2-40B4-BE49-F238E27FC236}">
                <a16:creationId xmlns:a16="http://schemas.microsoft.com/office/drawing/2014/main" id="{91C8F1A8-6940-38F3-B8DE-86E7CD1391B8}"/>
              </a:ext>
            </a:extLst>
          </p:cNvPr>
          <p:cNvSpPr/>
          <p:nvPr/>
        </p:nvSpPr>
        <p:spPr>
          <a:xfrm>
            <a:off x="467278" y="4215548"/>
            <a:ext cx="340105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551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Tal-El</a:t>
            </a:r>
            <a:endParaRPr kumimoji="0" lang="he-IL" sz="1600" i="0" u="none" strike="noStrike" kern="1200" cap="none" spc="0" normalizeH="0" baseline="0" noProof="0" dirty="0">
              <a:ln>
                <a:noFill/>
              </a:ln>
              <a:solidFill>
                <a:srgbClr val="00551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E15342F2-83F4-2E23-4262-388F34717317}"/>
              </a:ext>
            </a:extLst>
          </p:cNvPr>
          <p:cNvSpPr/>
          <p:nvPr/>
        </p:nvSpPr>
        <p:spPr>
          <a:xfrm>
            <a:off x="8380865" y="1937119"/>
            <a:ext cx="30296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The company’s head office and main plant in the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Rishon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LeZion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industrial park: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15,000 m</a:t>
            </a:r>
            <a:r>
              <a:rPr kumimoji="0" lang="en-US" sz="120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for the processing of paper, cardboard and plastic</a:t>
            </a:r>
            <a:endParaRPr kumimoji="0" lang="he-IL" sz="12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מלבן 53">
            <a:extLst>
              <a:ext uri="{FF2B5EF4-FFF2-40B4-BE49-F238E27FC236}">
                <a16:creationId xmlns:a16="http://schemas.microsoft.com/office/drawing/2014/main" id="{046A7374-FFEC-7657-A299-F312B294B14D}"/>
              </a:ext>
            </a:extLst>
          </p:cNvPr>
          <p:cNvSpPr/>
          <p:nvPr/>
        </p:nvSpPr>
        <p:spPr>
          <a:xfrm>
            <a:off x="8371222" y="1679775"/>
            <a:ext cx="36602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551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Main plant and company HQ </a:t>
            </a:r>
            <a:endParaRPr kumimoji="0" lang="he-IL" sz="1600" i="0" u="none" strike="noStrike" kern="1200" cap="none" spc="0" normalizeH="0" baseline="0" noProof="0" dirty="0">
              <a:ln>
                <a:noFill/>
              </a:ln>
              <a:solidFill>
                <a:srgbClr val="00551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מלבן 54">
            <a:extLst>
              <a:ext uri="{FF2B5EF4-FFF2-40B4-BE49-F238E27FC236}">
                <a16:creationId xmlns:a16="http://schemas.microsoft.com/office/drawing/2014/main" id="{4EB5E15B-20BD-AA70-C680-A7C0B0A3CBBF}"/>
              </a:ext>
            </a:extLst>
          </p:cNvPr>
          <p:cNvSpPr/>
          <p:nvPr/>
        </p:nvSpPr>
        <p:spPr>
          <a:xfrm>
            <a:off x="10279809" y="4026278"/>
            <a:ext cx="17576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 the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Emek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Sara industrial park in Beersheba: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The T.M.Z. plant: 10,000 m</a:t>
            </a:r>
            <a:r>
              <a:rPr kumimoji="0" lang="en-US" sz="120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for the processing and recycling of tires</a:t>
            </a:r>
            <a:endParaRPr kumimoji="0" lang="he-IL" sz="12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2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מלבן 55">
            <a:extLst>
              <a:ext uri="{FF2B5EF4-FFF2-40B4-BE49-F238E27FC236}">
                <a16:creationId xmlns:a16="http://schemas.microsoft.com/office/drawing/2014/main" id="{05CEBF76-1948-5144-F070-0973A4A04102}"/>
              </a:ext>
            </a:extLst>
          </p:cNvPr>
          <p:cNvSpPr/>
          <p:nvPr/>
        </p:nvSpPr>
        <p:spPr>
          <a:xfrm>
            <a:off x="10269245" y="3484301"/>
            <a:ext cx="14132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551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T.M.Z. Tire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551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Recycling Ltd.</a:t>
            </a:r>
            <a:endParaRPr kumimoji="0" lang="he-IL" sz="1600" i="0" u="none" strike="noStrike" kern="1200" cap="none" spc="0" normalizeH="0" baseline="0" noProof="0" dirty="0">
              <a:ln>
                <a:noFill/>
              </a:ln>
              <a:solidFill>
                <a:srgbClr val="00551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אליפסה 56">
            <a:extLst>
              <a:ext uri="{FF2B5EF4-FFF2-40B4-BE49-F238E27FC236}">
                <a16:creationId xmlns:a16="http://schemas.microsoft.com/office/drawing/2014/main" id="{2CF3B3C3-D65E-BA41-C8F5-35D111260C6D}"/>
              </a:ext>
            </a:extLst>
          </p:cNvPr>
          <p:cNvSpPr/>
          <p:nvPr/>
        </p:nvSpPr>
        <p:spPr>
          <a:xfrm>
            <a:off x="6650520" y="1510475"/>
            <a:ext cx="1720702" cy="1720702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665" t="-13333" r="-30640"/>
            </a:stretch>
          </a:blipFill>
          <a:ln w="76200">
            <a:solidFill>
              <a:schemeClr val="bg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8" name="אליפסה 57">
            <a:extLst>
              <a:ext uri="{FF2B5EF4-FFF2-40B4-BE49-F238E27FC236}">
                <a16:creationId xmlns:a16="http://schemas.microsoft.com/office/drawing/2014/main" id="{5DCDBE03-999E-F464-F493-383515A4AF30}"/>
              </a:ext>
            </a:extLst>
          </p:cNvPr>
          <p:cNvSpPr/>
          <p:nvPr/>
        </p:nvSpPr>
        <p:spPr>
          <a:xfrm>
            <a:off x="422315" y="2454221"/>
            <a:ext cx="1720702" cy="1720702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803" r="-16803"/>
            </a:stretch>
          </a:blipFill>
          <a:ln w="76200">
            <a:solidFill>
              <a:schemeClr val="bg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אליפסה 59">
            <a:extLst>
              <a:ext uri="{FF2B5EF4-FFF2-40B4-BE49-F238E27FC236}">
                <a16:creationId xmlns:a16="http://schemas.microsoft.com/office/drawing/2014/main" id="{84ADC31E-2752-84E6-D151-126E272F5FB5}"/>
              </a:ext>
            </a:extLst>
          </p:cNvPr>
          <p:cNvSpPr/>
          <p:nvPr/>
        </p:nvSpPr>
        <p:spPr>
          <a:xfrm>
            <a:off x="8457171" y="3366611"/>
            <a:ext cx="1720702" cy="1720702"/>
          </a:xfrm>
          <a:prstGeom prst="ellipse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725" r="-16725"/>
            </a:stretch>
          </a:blipFill>
          <a:ln w="76200">
            <a:solidFill>
              <a:schemeClr val="bg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762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649671-72B3-6283-475E-526923CA6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3154D-D600-75AE-7AA5-B338E38F69AF}"/>
              </a:ext>
            </a:extLst>
          </p:cNvPr>
          <p:cNvSpPr>
            <a:spLocks/>
          </p:cNvSpPr>
          <p:nvPr/>
        </p:nvSpPr>
        <p:spPr bwMode="auto">
          <a:xfrm>
            <a:off x="2837680" y="2556466"/>
            <a:ext cx="2306542" cy="5950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Acquisition of the company "Tal-El"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1B1E8-0F82-929D-989C-7D234FE37EDD}"/>
              </a:ext>
            </a:extLst>
          </p:cNvPr>
          <p:cNvSpPr>
            <a:spLocks/>
          </p:cNvSpPr>
          <p:nvPr/>
        </p:nvSpPr>
        <p:spPr bwMode="auto">
          <a:xfrm>
            <a:off x="5241261" y="4037930"/>
            <a:ext cx="1790554" cy="8412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Acquisition of 75%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of the company by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Logan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C97C00-C590-1ED4-A054-8038FD20F5A6}"/>
              </a:ext>
            </a:extLst>
          </p:cNvPr>
          <p:cNvSpPr>
            <a:spLocks/>
          </p:cNvSpPr>
          <p:nvPr/>
        </p:nvSpPr>
        <p:spPr bwMode="auto">
          <a:xfrm>
            <a:off x="9342177" y="4272450"/>
            <a:ext cx="2275610" cy="10874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Signing of an agreement to establish a new packaging plant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Tamir Corporation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94F5E1-7D8D-D109-8808-6420F091EFE4}"/>
              </a:ext>
            </a:extLst>
          </p:cNvPr>
          <p:cNvSpPr>
            <a:spLocks/>
          </p:cNvSpPr>
          <p:nvPr/>
        </p:nvSpPr>
        <p:spPr bwMode="auto">
          <a:xfrm>
            <a:off x="582305" y="4071543"/>
            <a:ext cx="2638451" cy="8412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Establishment of 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a packaging sorting plant with Tamir Corporation</a:t>
            </a: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49122783-5E20-5F6A-A5D1-1D9C1D08952E}"/>
              </a:ext>
            </a:extLst>
          </p:cNvPr>
          <p:cNvSpPr>
            <a:spLocks/>
          </p:cNvSpPr>
          <p:nvPr/>
        </p:nvSpPr>
        <p:spPr bwMode="auto">
          <a:xfrm>
            <a:off x="746760" y="3403939"/>
            <a:ext cx="10725993" cy="371561"/>
          </a:xfrm>
          <a:prstGeom prst="roundRect">
            <a:avLst>
              <a:gd name="adj" fmla="val 50000"/>
            </a:avLst>
          </a:prstGeom>
          <a:solidFill>
            <a:srgbClr val="255127"/>
          </a:solidFill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E146E763-CA0E-C634-182C-DE51E1B8384F}"/>
              </a:ext>
            </a:extLst>
          </p:cNvPr>
          <p:cNvSpPr>
            <a:spLocks/>
          </p:cNvSpPr>
          <p:nvPr/>
        </p:nvSpPr>
        <p:spPr bwMode="auto">
          <a:xfrm>
            <a:off x="1605389" y="2219789"/>
            <a:ext cx="440219" cy="1586404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29DE2D6-1E46-EE53-2CB5-75FBEFF48505}"/>
              </a:ext>
            </a:extLst>
          </p:cNvPr>
          <p:cNvSpPr>
            <a:spLocks/>
          </p:cNvSpPr>
          <p:nvPr/>
        </p:nvSpPr>
        <p:spPr bwMode="auto">
          <a:xfrm>
            <a:off x="1482612" y="3247236"/>
            <a:ext cx="685772" cy="685773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85DEF1-D902-E1F4-2B9B-55A9AB3D5635}"/>
              </a:ext>
            </a:extLst>
          </p:cNvPr>
          <p:cNvSpPr>
            <a:spLocks/>
          </p:cNvSpPr>
          <p:nvPr/>
        </p:nvSpPr>
        <p:spPr bwMode="auto">
          <a:xfrm rot="16200000">
            <a:off x="1364683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2014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CFD91067-9947-09CC-2F8D-6E895E03F354}"/>
              </a:ext>
            </a:extLst>
          </p:cNvPr>
          <p:cNvSpPr>
            <a:spLocks/>
          </p:cNvSpPr>
          <p:nvPr/>
        </p:nvSpPr>
        <p:spPr bwMode="auto">
          <a:xfrm>
            <a:off x="3747518" y="3377283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0ED7A7D-1B30-29AA-AE99-E37CCC45ED8D}"/>
              </a:ext>
            </a:extLst>
          </p:cNvPr>
          <p:cNvSpPr>
            <a:spLocks/>
          </p:cNvSpPr>
          <p:nvPr/>
        </p:nvSpPr>
        <p:spPr bwMode="auto">
          <a:xfrm>
            <a:off x="3624741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7EB526-5F09-8EE6-E796-0F0A43396412}"/>
              </a:ext>
            </a:extLst>
          </p:cNvPr>
          <p:cNvSpPr>
            <a:spLocks/>
          </p:cNvSpPr>
          <p:nvPr/>
        </p:nvSpPr>
        <p:spPr bwMode="auto">
          <a:xfrm rot="16200000">
            <a:off x="3506811" y="4271114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2015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39" name="AutoShape 38">
            <a:extLst>
              <a:ext uri="{FF2B5EF4-FFF2-40B4-BE49-F238E27FC236}">
                <a16:creationId xmlns:a16="http://schemas.microsoft.com/office/drawing/2014/main" id="{CACCCC81-67EA-E4AD-F77F-12F1301A9B11}"/>
              </a:ext>
            </a:extLst>
          </p:cNvPr>
          <p:cNvSpPr>
            <a:spLocks/>
          </p:cNvSpPr>
          <p:nvPr/>
        </p:nvSpPr>
        <p:spPr bwMode="auto">
          <a:xfrm>
            <a:off x="5889647" y="2219789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C15A56B-9C5A-0571-C414-5D980434FD03}"/>
              </a:ext>
            </a:extLst>
          </p:cNvPr>
          <p:cNvSpPr>
            <a:spLocks/>
          </p:cNvSpPr>
          <p:nvPr/>
        </p:nvSpPr>
        <p:spPr bwMode="auto">
          <a:xfrm>
            <a:off x="5766871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4E96B2-01F9-1822-1B6C-0C499E4C3CBF}"/>
              </a:ext>
            </a:extLst>
          </p:cNvPr>
          <p:cNvSpPr>
            <a:spLocks/>
          </p:cNvSpPr>
          <p:nvPr/>
        </p:nvSpPr>
        <p:spPr bwMode="auto">
          <a:xfrm rot="16200000">
            <a:off x="5648940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2022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42" name="AutoShape 41">
            <a:extLst>
              <a:ext uri="{FF2B5EF4-FFF2-40B4-BE49-F238E27FC236}">
                <a16:creationId xmlns:a16="http://schemas.microsoft.com/office/drawing/2014/main" id="{6AE18E34-2CD1-FD13-2546-18EC6AE049D9}"/>
              </a:ext>
            </a:extLst>
          </p:cNvPr>
          <p:cNvSpPr>
            <a:spLocks/>
          </p:cNvSpPr>
          <p:nvPr/>
        </p:nvSpPr>
        <p:spPr bwMode="auto">
          <a:xfrm>
            <a:off x="8031776" y="3377283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F69DA42-965F-4513-81F2-AD6BA6CC796D}"/>
              </a:ext>
            </a:extLst>
          </p:cNvPr>
          <p:cNvSpPr>
            <a:spLocks/>
          </p:cNvSpPr>
          <p:nvPr/>
        </p:nvSpPr>
        <p:spPr bwMode="auto">
          <a:xfrm>
            <a:off x="7909000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0DE66D-B47E-6407-8DB5-B5B3A5CF2E83}"/>
              </a:ext>
            </a:extLst>
          </p:cNvPr>
          <p:cNvSpPr>
            <a:spLocks/>
          </p:cNvSpPr>
          <p:nvPr/>
        </p:nvSpPr>
        <p:spPr bwMode="auto">
          <a:xfrm rot="16200000">
            <a:off x="7791069" y="4271114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2022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45" name="AutoShape 44">
            <a:extLst>
              <a:ext uri="{FF2B5EF4-FFF2-40B4-BE49-F238E27FC236}">
                <a16:creationId xmlns:a16="http://schemas.microsoft.com/office/drawing/2014/main" id="{836BBF8B-3B98-8A78-B699-5498C49E4775}"/>
              </a:ext>
            </a:extLst>
          </p:cNvPr>
          <p:cNvSpPr>
            <a:spLocks/>
          </p:cNvSpPr>
          <p:nvPr/>
        </p:nvSpPr>
        <p:spPr bwMode="auto">
          <a:xfrm>
            <a:off x="10173905" y="2219789"/>
            <a:ext cx="440219" cy="1585597"/>
          </a:xfrm>
          <a:prstGeom prst="roundRect">
            <a:avLst>
              <a:gd name="adj" fmla="val 50000"/>
            </a:avLst>
          </a:prstGeom>
          <a:noFill/>
          <a:ln w="165100" cap="flat" cmpd="sng">
            <a:solidFill>
              <a:srgbClr val="E2E5E5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41BDFEF-3D95-630E-3A4E-DF15478F0499}"/>
              </a:ext>
            </a:extLst>
          </p:cNvPr>
          <p:cNvSpPr>
            <a:spLocks/>
          </p:cNvSpPr>
          <p:nvPr/>
        </p:nvSpPr>
        <p:spPr bwMode="auto">
          <a:xfrm>
            <a:off x="10051129" y="3246429"/>
            <a:ext cx="685772" cy="6865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65100">
            <a:solidFill>
              <a:srgbClr val="E2E5E5"/>
            </a:solidFill>
            <a:miter lim="400000"/>
            <a:headEnd/>
            <a:tailEnd/>
          </a:ln>
          <a:effectLst>
            <a:outerShdw blurRad="165100" dist="85427" dir="5400000" algn="ctr" rotWithShape="0">
              <a:srgbClr val="808080">
                <a:alpha val="45064"/>
              </a:srgbClr>
            </a:outerShdw>
          </a:effectLst>
        </p:spPr>
        <p:txBody>
          <a:bodyPr lIns="50800" tIns="50800" rIns="50800" bIns="50800" anchor="ctr"/>
          <a:lstStyle>
            <a:lvl1pPr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RU" altLang="en-RU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Helvetica Light" panose="020B0403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395C544-495C-44FF-951A-71AAD78451F7}"/>
              </a:ext>
            </a:extLst>
          </p:cNvPr>
          <p:cNvSpPr>
            <a:spLocks/>
          </p:cNvSpPr>
          <p:nvPr/>
        </p:nvSpPr>
        <p:spPr bwMode="auto">
          <a:xfrm rot="16200000">
            <a:off x="9933197" y="2559509"/>
            <a:ext cx="934557" cy="348813"/>
          </a:xfrm>
          <a:prstGeom prst="rect">
            <a:avLst/>
          </a:prstGeom>
          <a:noFill/>
          <a:ln>
            <a:noFill/>
          </a:ln>
          <a:effectLst/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202</a:t>
            </a:r>
            <a:r>
              <a:rPr kumimoji="0" lang="en-US" altLang="x-none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4</a:t>
            </a:r>
            <a:endParaRPr kumimoji="0" lang="x-none" altLang="x-none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 charset="0"/>
            </a:endParaRPr>
          </a:p>
        </p:txBody>
      </p:sp>
      <p:sp>
        <p:nvSpPr>
          <p:cNvPr id="60" name="Rectangle 11">
            <a:extLst>
              <a:ext uri="{FF2B5EF4-FFF2-40B4-BE49-F238E27FC236}">
                <a16:creationId xmlns:a16="http://schemas.microsoft.com/office/drawing/2014/main" id="{65860870-F88C-34DD-83AE-DB6468C68A60}"/>
              </a:ext>
            </a:extLst>
          </p:cNvPr>
          <p:cNvSpPr>
            <a:spLocks/>
          </p:cNvSpPr>
          <p:nvPr/>
        </p:nvSpPr>
        <p:spPr bwMode="auto">
          <a:xfrm>
            <a:off x="7032994" y="2556887"/>
            <a:ext cx="2418404" cy="5950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Collection</a:t>
            </a:r>
          </a:p>
          <a:p>
            <a:pPr marL="0" marR="0" lvl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 charset="0"/>
              </a:rPr>
              <a:t> start for Cycle</a:t>
            </a:r>
          </a:p>
        </p:txBody>
      </p:sp>
    </p:spTree>
    <p:extLst>
      <p:ext uri="{BB962C8B-B14F-4D97-AF65-F5344CB8AC3E}">
        <p14:creationId xmlns:p14="http://schemas.microsoft.com/office/powerpoint/2010/main" val="36410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2B905D-DDA9-AF42-9F21-F8135365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מלבן: פינות מעוגלות 89">
            <a:extLst>
              <a:ext uri="{FF2B5EF4-FFF2-40B4-BE49-F238E27FC236}">
                <a16:creationId xmlns:a16="http://schemas.microsoft.com/office/drawing/2014/main" id="{C096C5C7-E328-4587-CD5C-E39E046250E2}"/>
              </a:ext>
            </a:extLst>
          </p:cNvPr>
          <p:cNvSpPr/>
          <p:nvPr/>
        </p:nvSpPr>
        <p:spPr>
          <a:xfrm>
            <a:off x="7917873" y="3086100"/>
            <a:ext cx="2867891" cy="232473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04595865-5243-396A-0680-E977FCD4F4D7}"/>
              </a:ext>
            </a:extLst>
          </p:cNvPr>
          <p:cNvSpPr/>
          <p:nvPr/>
        </p:nvSpPr>
        <p:spPr>
          <a:xfrm>
            <a:off x="1444336" y="10392"/>
            <a:ext cx="2608119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יהלום 37">
            <a:extLst>
              <a:ext uri="{FF2B5EF4-FFF2-40B4-BE49-F238E27FC236}">
                <a16:creationId xmlns:a16="http://schemas.microsoft.com/office/drawing/2014/main" id="{A57381CF-F2D1-22C2-FFEC-8391D09E77B3}"/>
              </a:ext>
            </a:extLst>
          </p:cNvPr>
          <p:cNvSpPr/>
          <p:nvPr/>
        </p:nvSpPr>
        <p:spPr>
          <a:xfrm>
            <a:off x="15280990" y="6680066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9" name="יהלום 38">
            <a:extLst>
              <a:ext uri="{FF2B5EF4-FFF2-40B4-BE49-F238E27FC236}">
                <a16:creationId xmlns:a16="http://schemas.microsoft.com/office/drawing/2014/main" id="{78543B63-7602-1092-6D56-973E23E35C75}"/>
              </a:ext>
            </a:extLst>
          </p:cNvPr>
          <p:cNvSpPr/>
          <p:nvPr/>
        </p:nvSpPr>
        <p:spPr>
          <a:xfrm>
            <a:off x="10476278" y="8499661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41" name="יהלום 40">
            <a:extLst>
              <a:ext uri="{FF2B5EF4-FFF2-40B4-BE49-F238E27FC236}">
                <a16:creationId xmlns:a16="http://schemas.microsoft.com/office/drawing/2014/main" id="{AF6A4BF2-DC0B-6EFC-2482-FD388CBA0379}"/>
              </a:ext>
            </a:extLst>
          </p:cNvPr>
          <p:cNvSpPr/>
          <p:nvPr/>
        </p:nvSpPr>
        <p:spPr>
          <a:xfrm>
            <a:off x="11478074" y="7989562"/>
            <a:ext cx="2386152" cy="2466005"/>
          </a:xfrm>
          <a:prstGeom prst="diamond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000"/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318535E9-9FB5-2DD6-6F0C-706E4738B639}"/>
              </a:ext>
            </a:extLst>
          </p:cNvPr>
          <p:cNvSpPr/>
          <p:nvPr/>
        </p:nvSpPr>
        <p:spPr>
          <a:xfrm>
            <a:off x="9050482" y="1152636"/>
            <a:ext cx="1425796" cy="1366886"/>
          </a:xfrm>
          <a:prstGeom prst="roundRect">
            <a:avLst>
              <a:gd name="adj" fmla="val 12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026AB10B-4F7A-2894-972E-710764420DD6}"/>
              </a:ext>
            </a:extLst>
          </p:cNvPr>
          <p:cNvSpPr txBox="1"/>
          <p:nvPr/>
        </p:nvSpPr>
        <p:spPr>
          <a:xfrm>
            <a:off x="1703171" y="1754834"/>
            <a:ext cx="64363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The largest company in Israel to collect deposit bottles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Coca Cola is o</a:t>
            </a:r>
            <a:r>
              <a:rPr lang="en-US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ur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 partner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Collection from thousands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 points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Building 2 counting and sorting plants 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100 workers</a:t>
            </a: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50 trucks</a:t>
            </a:r>
            <a:endParaRPr lang="he-IL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להוסיף לוגו </a:t>
            </a:r>
            <a:r>
              <a:rPr lang="he-IL" altLang="ko-KR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סייקל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  <a:p>
            <a:pPr marL="0" marR="0" lvl="0" indent="0" algn="just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CB3C99-D49B-8BA9-AC22-0AA24F7243AB}"/>
              </a:ext>
            </a:extLst>
          </p:cNvPr>
          <p:cNvSpPr txBox="1">
            <a:spLocks/>
          </p:cNvSpPr>
          <p:nvPr/>
        </p:nvSpPr>
        <p:spPr>
          <a:xfrm>
            <a:off x="276209" y="966796"/>
            <a:ext cx="8096079" cy="758924"/>
          </a:xfrm>
          <a:prstGeom prst="rect">
            <a:avLst/>
          </a:prstGeom>
        </p:spPr>
        <p:txBody>
          <a:bodyPr lIns="216000" tIns="72000" rIns="216000" bIns="72000"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255127"/>
                </a:solidFill>
                <a:effectLst/>
                <a:uLnTx/>
                <a:uFillTx/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Cycl</a:t>
            </a:r>
            <a:r>
              <a:rPr lang="en-US" altLang="ko-KR" sz="4800" b="1" dirty="0">
                <a:solidFill>
                  <a:srgbClr val="255127"/>
                </a:solidFill>
                <a:latin typeface="Calibri Light" panose="020F0302020204030204" pitchFamily="34" charset="0"/>
                <a:ea typeface="Arial Unicode MS"/>
                <a:cs typeface="Calibri Light" panose="020F0302020204030204" pitchFamily="34" charset="0"/>
              </a:rPr>
              <a:t>e circular economy</a:t>
            </a:r>
            <a:endParaRPr kumimoji="0" lang="en-US" altLang="ko-KR" sz="4800" b="1" i="0" u="none" strike="noStrike" kern="1200" cap="none" spc="0" normalizeH="0" baseline="0" noProof="0" dirty="0">
              <a:ln>
                <a:noFill/>
              </a:ln>
              <a:solidFill>
                <a:srgbClr val="255127"/>
              </a:solidFill>
              <a:effectLst/>
              <a:uLnTx/>
              <a:uFillTx/>
              <a:latin typeface="Calibri Light" panose="020F0302020204030204" pitchFamily="34" charset="0"/>
              <a:ea typeface="Arial Unicode MS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93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114607-5129-683A-FBFE-A744A4DB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D213CB1-40D3-D96C-CB78-DA48807ADDDF}"/>
              </a:ext>
            </a:extLst>
          </p:cNvPr>
          <p:cNvSpPr/>
          <p:nvPr/>
        </p:nvSpPr>
        <p:spPr>
          <a:xfrm>
            <a:off x="3880499" y="547216"/>
            <a:ext cx="557300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255127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Competencies and Strengths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2CBE661-31AE-75D1-2784-9FC55BEE119D}"/>
              </a:ext>
            </a:extLst>
          </p:cNvPr>
          <p:cNvSpPr/>
          <p:nvPr/>
        </p:nvSpPr>
        <p:spPr>
          <a:xfrm>
            <a:off x="4751924" y="1420166"/>
            <a:ext cx="3086070" cy="2168639"/>
          </a:xfrm>
          <a:custGeom>
            <a:avLst/>
            <a:gdLst>
              <a:gd name="connsiteX0" fmla="*/ 2088918 w 2476088"/>
              <a:gd name="connsiteY0" fmla="*/ 1090462 h 1139855"/>
              <a:gd name="connsiteX1" fmla="*/ 192084 w 2476088"/>
              <a:gd name="connsiteY1" fmla="*/ 1090462 h 1139855"/>
              <a:gd name="connsiteX2" fmla="*/ 45020 w 2476088"/>
              <a:gd name="connsiteY2" fmla="*/ 906185 h 1139855"/>
              <a:gd name="connsiteX3" fmla="*/ 240106 w 2476088"/>
              <a:gd name="connsiteY3" fmla="*/ 243169 h 1139855"/>
              <a:gd name="connsiteX4" fmla="*/ 387170 w 2476088"/>
              <a:gd name="connsiteY4" fmla="*/ 56993 h 1139855"/>
              <a:gd name="connsiteX5" fmla="*/ 2284004 w 2476088"/>
              <a:gd name="connsiteY5" fmla="*/ 56993 h 1139855"/>
              <a:gd name="connsiteX6" fmla="*/ 2431069 w 2476088"/>
              <a:gd name="connsiteY6" fmla="*/ 243169 h 1139855"/>
              <a:gd name="connsiteX7" fmla="*/ 2235983 w 2476088"/>
              <a:gd name="connsiteY7" fmla="*/ 906185 h 1139855"/>
              <a:gd name="connsiteX8" fmla="*/ 2088918 w 2476088"/>
              <a:gd name="connsiteY8" fmla="*/ 1090462 h 113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6088" h="1139855">
                <a:moveTo>
                  <a:pt x="2088918" y="1090462"/>
                </a:moveTo>
                <a:lnTo>
                  <a:pt x="192084" y="1090462"/>
                </a:lnTo>
                <a:cubicBezTo>
                  <a:pt x="111049" y="1090462"/>
                  <a:pt x="45020" y="1006872"/>
                  <a:pt x="45020" y="906185"/>
                </a:cubicBezTo>
                <a:lnTo>
                  <a:pt x="240106" y="243169"/>
                </a:lnTo>
                <a:cubicBezTo>
                  <a:pt x="240106" y="140582"/>
                  <a:pt x="306135" y="56993"/>
                  <a:pt x="387170" y="56993"/>
                </a:cubicBezTo>
                <a:lnTo>
                  <a:pt x="2284004" y="56993"/>
                </a:lnTo>
                <a:cubicBezTo>
                  <a:pt x="2365040" y="56993"/>
                  <a:pt x="2431069" y="140582"/>
                  <a:pt x="2431069" y="243169"/>
                </a:cubicBezTo>
                <a:lnTo>
                  <a:pt x="2235983" y="906185"/>
                </a:lnTo>
                <a:cubicBezTo>
                  <a:pt x="2234482" y="1006872"/>
                  <a:pt x="2168453" y="1090462"/>
                  <a:pt x="2088918" y="109046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 solutions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a variety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of raw materials</a:t>
            </a:r>
          </a:p>
        </p:txBody>
      </p:sp>
      <p:sp>
        <p:nvSpPr>
          <p:cNvPr id="5" name="Graphic 5">
            <a:extLst>
              <a:ext uri="{FF2B5EF4-FFF2-40B4-BE49-F238E27FC236}">
                <a16:creationId xmlns:a16="http://schemas.microsoft.com/office/drawing/2014/main" id="{44FA7C43-9787-E695-357C-AC3228A7B6AD}"/>
              </a:ext>
            </a:extLst>
          </p:cNvPr>
          <p:cNvSpPr/>
          <p:nvPr/>
        </p:nvSpPr>
        <p:spPr>
          <a:xfrm>
            <a:off x="1778075" y="1420166"/>
            <a:ext cx="3086070" cy="2168639"/>
          </a:xfrm>
          <a:custGeom>
            <a:avLst/>
            <a:gdLst>
              <a:gd name="connsiteX0" fmla="*/ 2088918 w 2476088"/>
              <a:gd name="connsiteY0" fmla="*/ 1090462 h 1139855"/>
              <a:gd name="connsiteX1" fmla="*/ 192084 w 2476088"/>
              <a:gd name="connsiteY1" fmla="*/ 1090462 h 1139855"/>
              <a:gd name="connsiteX2" fmla="*/ 45020 w 2476088"/>
              <a:gd name="connsiteY2" fmla="*/ 906185 h 1139855"/>
              <a:gd name="connsiteX3" fmla="*/ 240106 w 2476088"/>
              <a:gd name="connsiteY3" fmla="*/ 243169 h 1139855"/>
              <a:gd name="connsiteX4" fmla="*/ 387170 w 2476088"/>
              <a:gd name="connsiteY4" fmla="*/ 56993 h 1139855"/>
              <a:gd name="connsiteX5" fmla="*/ 2284004 w 2476088"/>
              <a:gd name="connsiteY5" fmla="*/ 56993 h 1139855"/>
              <a:gd name="connsiteX6" fmla="*/ 2431069 w 2476088"/>
              <a:gd name="connsiteY6" fmla="*/ 243169 h 1139855"/>
              <a:gd name="connsiteX7" fmla="*/ 2235983 w 2476088"/>
              <a:gd name="connsiteY7" fmla="*/ 906185 h 1139855"/>
              <a:gd name="connsiteX8" fmla="*/ 2088918 w 2476088"/>
              <a:gd name="connsiteY8" fmla="*/ 1090462 h 113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6088" h="1139855">
                <a:moveTo>
                  <a:pt x="2088918" y="1090462"/>
                </a:moveTo>
                <a:lnTo>
                  <a:pt x="192084" y="1090462"/>
                </a:lnTo>
                <a:cubicBezTo>
                  <a:pt x="111049" y="1090462"/>
                  <a:pt x="45020" y="1006872"/>
                  <a:pt x="45020" y="906185"/>
                </a:cubicBezTo>
                <a:lnTo>
                  <a:pt x="240106" y="243169"/>
                </a:lnTo>
                <a:cubicBezTo>
                  <a:pt x="240106" y="140582"/>
                  <a:pt x="306135" y="56993"/>
                  <a:pt x="387170" y="56993"/>
                </a:cubicBezTo>
                <a:lnTo>
                  <a:pt x="2284004" y="56993"/>
                </a:lnTo>
                <a:cubicBezTo>
                  <a:pt x="2365040" y="56993"/>
                  <a:pt x="2431069" y="140582"/>
                  <a:pt x="2431069" y="243169"/>
                </a:cubicBezTo>
                <a:lnTo>
                  <a:pt x="2235983" y="906185"/>
                </a:lnTo>
                <a:cubicBezTo>
                  <a:pt x="2234482" y="1006872"/>
                  <a:pt x="2168453" y="1090462"/>
                  <a:pt x="2088918" y="109046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Countrywide deployment</a:t>
            </a:r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067FE273-D6FB-F3B3-06AC-CA87DCC2EBAF}"/>
              </a:ext>
            </a:extLst>
          </p:cNvPr>
          <p:cNvSpPr/>
          <p:nvPr/>
        </p:nvSpPr>
        <p:spPr>
          <a:xfrm>
            <a:off x="7759829" y="1485975"/>
            <a:ext cx="3011256" cy="2024062"/>
          </a:xfrm>
          <a:custGeom>
            <a:avLst/>
            <a:gdLst>
              <a:gd name="connsiteX0" fmla="*/ 2061595 w 2416062"/>
              <a:gd name="connsiteY0" fmla="*/ 1055872 h 1063865"/>
              <a:gd name="connsiteX1" fmla="*/ 164761 w 2416062"/>
              <a:gd name="connsiteY1" fmla="*/ 1055872 h 1063865"/>
              <a:gd name="connsiteX2" fmla="*/ 17696 w 2416062"/>
              <a:gd name="connsiteY2" fmla="*/ 871595 h 1063865"/>
              <a:gd name="connsiteX3" fmla="*/ 212782 w 2416062"/>
              <a:gd name="connsiteY3" fmla="*/ 208579 h 1063865"/>
              <a:gd name="connsiteX4" fmla="*/ 359847 w 2416062"/>
              <a:gd name="connsiteY4" fmla="*/ 22403 h 1063865"/>
              <a:gd name="connsiteX5" fmla="*/ 2256681 w 2416062"/>
              <a:gd name="connsiteY5" fmla="*/ 22403 h 1063865"/>
              <a:gd name="connsiteX6" fmla="*/ 2403746 w 2416062"/>
              <a:gd name="connsiteY6" fmla="*/ 208579 h 1063865"/>
              <a:gd name="connsiteX7" fmla="*/ 2208660 w 2416062"/>
              <a:gd name="connsiteY7" fmla="*/ 871595 h 1063865"/>
              <a:gd name="connsiteX8" fmla="*/ 2061595 w 2416062"/>
              <a:gd name="connsiteY8" fmla="*/ 1055872 h 106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6062" h="1063865">
                <a:moveTo>
                  <a:pt x="2061595" y="1055872"/>
                </a:moveTo>
                <a:lnTo>
                  <a:pt x="164761" y="1055872"/>
                </a:lnTo>
                <a:cubicBezTo>
                  <a:pt x="83725" y="1055872"/>
                  <a:pt x="17696" y="972282"/>
                  <a:pt x="17696" y="871595"/>
                </a:cubicBezTo>
                <a:lnTo>
                  <a:pt x="212782" y="208579"/>
                </a:lnTo>
                <a:cubicBezTo>
                  <a:pt x="212782" y="105992"/>
                  <a:pt x="278811" y="22403"/>
                  <a:pt x="359847" y="22403"/>
                </a:cubicBezTo>
                <a:lnTo>
                  <a:pt x="2256681" y="22403"/>
                </a:lnTo>
                <a:cubicBezTo>
                  <a:pt x="2337717" y="22403"/>
                  <a:pt x="2403746" y="105992"/>
                  <a:pt x="2403746" y="208579"/>
                </a:cubicBezTo>
                <a:lnTo>
                  <a:pt x="2208660" y="871595"/>
                </a:lnTo>
                <a:cubicBezTo>
                  <a:pt x="2207159" y="972282"/>
                  <a:pt x="2141130" y="1055872"/>
                  <a:pt x="2061595" y="105587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Services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provided to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millions of citizens</a:t>
            </a:r>
          </a:p>
        </p:txBody>
      </p:sp>
      <p:sp>
        <p:nvSpPr>
          <p:cNvPr id="8" name="Graphic 8">
            <a:extLst>
              <a:ext uri="{FF2B5EF4-FFF2-40B4-BE49-F238E27FC236}">
                <a16:creationId xmlns:a16="http://schemas.microsoft.com/office/drawing/2014/main" id="{5C4E8A39-A586-8BEA-A1D8-14A1D29B8C1F}"/>
              </a:ext>
            </a:extLst>
          </p:cNvPr>
          <p:cNvSpPr/>
          <p:nvPr/>
        </p:nvSpPr>
        <p:spPr>
          <a:xfrm>
            <a:off x="1414209" y="3753869"/>
            <a:ext cx="3011256" cy="2024062"/>
          </a:xfrm>
          <a:custGeom>
            <a:avLst/>
            <a:gdLst>
              <a:gd name="connsiteX0" fmla="*/ 2061595 w 2416062"/>
              <a:gd name="connsiteY0" fmla="*/ 1055872 h 1063865"/>
              <a:gd name="connsiteX1" fmla="*/ 164761 w 2416062"/>
              <a:gd name="connsiteY1" fmla="*/ 1055872 h 1063865"/>
              <a:gd name="connsiteX2" fmla="*/ 17696 w 2416062"/>
              <a:gd name="connsiteY2" fmla="*/ 871595 h 1063865"/>
              <a:gd name="connsiteX3" fmla="*/ 212782 w 2416062"/>
              <a:gd name="connsiteY3" fmla="*/ 208579 h 1063865"/>
              <a:gd name="connsiteX4" fmla="*/ 359847 w 2416062"/>
              <a:gd name="connsiteY4" fmla="*/ 22403 h 1063865"/>
              <a:gd name="connsiteX5" fmla="*/ 2256681 w 2416062"/>
              <a:gd name="connsiteY5" fmla="*/ 22403 h 1063865"/>
              <a:gd name="connsiteX6" fmla="*/ 2403746 w 2416062"/>
              <a:gd name="connsiteY6" fmla="*/ 208579 h 1063865"/>
              <a:gd name="connsiteX7" fmla="*/ 2208660 w 2416062"/>
              <a:gd name="connsiteY7" fmla="*/ 871595 h 1063865"/>
              <a:gd name="connsiteX8" fmla="*/ 2061595 w 2416062"/>
              <a:gd name="connsiteY8" fmla="*/ 1055872 h 106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6062" h="1063865">
                <a:moveTo>
                  <a:pt x="2061595" y="1055872"/>
                </a:moveTo>
                <a:lnTo>
                  <a:pt x="164761" y="1055872"/>
                </a:lnTo>
                <a:cubicBezTo>
                  <a:pt x="83725" y="1055872"/>
                  <a:pt x="17696" y="972282"/>
                  <a:pt x="17696" y="871595"/>
                </a:cubicBezTo>
                <a:lnTo>
                  <a:pt x="212782" y="208579"/>
                </a:lnTo>
                <a:cubicBezTo>
                  <a:pt x="212782" y="105992"/>
                  <a:pt x="278811" y="22403"/>
                  <a:pt x="359847" y="22403"/>
                </a:cubicBezTo>
                <a:lnTo>
                  <a:pt x="2256681" y="22403"/>
                </a:lnTo>
                <a:cubicBezTo>
                  <a:pt x="2337717" y="22403"/>
                  <a:pt x="2403746" y="105992"/>
                  <a:pt x="2403746" y="208579"/>
                </a:cubicBezTo>
                <a:lnTo>
                  <a:pt x="2208660" y="871595"/>
                </a:lnTo>
                <a:cubicBezTo>
                  <a:pt x="2207159" y="972282"/>
                  <a:pt x="2141130" y="1055872"/>
                  <a:pt x="2061595" y="105587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Broad product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portfolio – all types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of dry waste</a:t>
            </a:r>
          </a:p>
        </p:txBody>
      </p:sp>
      <p:sp>
        <p:nvSpPr>
          <p:cNvPr id="9" name="Graphic 9">
            <a:extLst>
              <a:ext uri="{FF2B5EF4-FFF2-40B4-BE49-F238E27FC236}">
                <a16:creationId xmlns:a16="http://schemas.microsoft.com/office/drawing/2014/main" id="{79E3874F-BACC-4890-6BA2-35CF074416C7}"/>
              </a:ext>
            </a:extLst>
          </p:cNvPr>
          <p:cNvSpPr/>
          <p:nvPr/>
        </p:nvSpPr>
        <p:spPr>
          <a:xfrm>
            <a:off x="4388059" y="3753869"/>
            <a:ext cx="3011256" cy="2024062"/>
          </a:xfrm>
          <a:custGeom>
            <a:avLst/>
            <a:gdLst>
              <a:gd name="connsiteX0" fmla="*/ 2061595 w 2416062"/>
              <a:gd name="connsiteY0" fmla="*/ 1055872 h 1063865"/>
              <a:gd name="connsiteX1" fmla="*/ 164761 w 2416062"/>
              <a:gd name="connsiteY1" fmla="*/ 1055872 h 1063865"/>
              <a:gd name="connsiteX2" fmla="*/ 17696 w 2416062"/>
              <a:gd name="connsiteY2" fmla="*/ 871595 h 1063865"/>
              <a:gd name="connsiteX3" fmla="*/ 212782 w 2416062"/>
              <a:gd name="connsiteY3" fmla="*/ 208579 h 1063865"/>
              <a:gd name="connsiteX4" fmla="*/ 359847 w 2416062"/>
              <a:gd name="connsiteY4" fmla="*/ 22403 h 1063865"/>
              <a:gd name="connsiteX5" fmla="*/ 2256681 w 2416062"/>
              <a:gd name="connsiteY5" fmla="*/ 22403 h 1063865"/>
              <a:gd name="connsiteX6" fmla="*/ 2403746 w 2416062"/>
              <a:gd name="connsiteY6" fmla="*/ 208579 h 1063865"/>
              <a:gd name="connsiteX7" fmla="*/ 2208660 w 2416062"/>
              <a:gd name="connsiteY7" fmla="*/ 871595 h 1063865"/>
              <a:gd name="connsiteX8" fmla="*/ 2061595 w 2416062"/>
              <a:gd name="connsiteY8" fmla="*/ 1055872 h 106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6062" h="1063865">
                <a:moveTo>
                  <a:pt x="2061595" y="1055872"/>
                </a:moveTo>
                <a:lnTo>
                  <a:pt x="164761" y="1055872"/>
                </a:lnTo>
                <a:cubicBezTo>
                  <a:pt x="83725" y="1055872"/>
                  <a:pt x="17696" y="972282"/>
                  <a:pt x="17696" y="871595"/>
                </a:cubicBezTo>
                <a:lnTo>
                  <a:pt x="212782" y="208579"/>
                </a:lnTo>
                <a:cubicBezTo>
                  <a:pt x="212782" y="105992"/>
                  <a:pt x="278811" y="22403"/>
                  <a:pt x="359847" y="22403"/>
                </a:cubicBezTo>
                <a:lnTo>
                  <a:pt x="2256681" y="22403"/>
                </a:lnTo>
                <a:cubicBezTo>
                  <a:pt x="2337717" y="22403"/>
                  <a:pt x="2403746" y="105992"/>
                  <a:pt x="2403746" y="208579"/>
                </a:cubicBezTo>
                <a:lnTo>
                  <a:pt x="2208660" y="871595"/>
                </a:lnTo>
                <a:cubicBezTo>
                  <a:pt x="2207159" y="972282"/>
                  <a:pt x="2141130" y="1055872"/>
                  <a:pt x="2061595" y="105587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Decades of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personal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</a:t>
            </a:r>
          </a:p>
        </p:txBody>
      </p:sp>
      <p:sp>
        <p:nvSpPr>
          <p:cNvPr id="10" name="Graphic 10">
            <a:extLst>
              <a:ext uri="{FF2B5EF4-FFF2-40B4-BE49-F238E27FC236}">
                <a16:creationId xmlns:a16="http://schemas.microsoft.com/office/drawing/2014/main" id="{06D6A72B-07A4-C34B-7422-57409F62A0AF}"/>
              </a:ext>
            </a:extLst>
          </p:cNvPr>
          <p:cNvSpPr/>
          <p:nvPr/>
        </p:nvSpPr>
        <p:spPr>
          <a:xfrm>
            <a:off x="7361909" y="3753869"/>
            <a:ext cx="3011256" cy="2024062"/>
          </a:xfrm>
          <a:custGeom>
            <a:avLst/>
            <a:gdLst>
              <a:gd name="connsiteX0" fmla="*/ 2061595 w 2416062"/>
              <a:gd name="connsiteY0" fmla="*/ 1055872 h 1063865"/>
              <a:gd name="connsiteX1" fmla="*/ 164761 w 2416062"/>
              <a:gd name="connsiteY1" fmla="*/ 1055872 h 1063865"/>
              <a:gd name="connsiteX2" fmla="*/ 17696 w 2416062"/>
              <a:gd name="connsiteY2" fmla="*/ 871595 h 1063865"/>
              <a:gd name="connsiteX3" fmla="*/ 212782 w 2416062"/>
              <a:gd name="connsiteY3" fmla="*/ 208579 h 1063865"/>
              <a:gd name="connsiteX4" fmla="*/ 359847 w 2416062"/>
              <a:gd name="connsiteY4" fmla="*/ 22403 h 1063865"/>
              <a:gd name="connsiteX5" fmla="*/ 2256681 w 2416062"/>
              <a:gd name="connsiteY5" fmla="*/ 22403 h 1063865"/>
              <a:gd name="connsiteX6" fmla="*/ 2403746 w 2416062"/>
              <a:gd name="connsiteY6" fmla="*/ 208579 h 1063865"/>
              <a:gd name="connsiteX7" fmla="*/ 2208660 w 2416062"/>
              <a:gd name="connsiteY7" fmla="*/ 871595 h 1063865"/>
              <a:gd name="connsiteX8" fmla="*/ 2061595 w 2416062"/>
              <a:gd name="connsiteY8" fmla="*/ 1055872 h 106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6062" h="1063865">
                <a:moveTo>
                  <a:pt x="2061595" y="1055872"/>
                </a:moveTo>
                <a:lnTo>
                  <a:pt x="164761" y="1055872"/>
                </a:lnTo>
                <a:cubicBezTo>
                  <a:pt x="83725" y="1055872"/>
                  <a:pt x="17696" y="972282"/>
                  <a:pt x="17696" y="871595"/>
                </a:cubicBezTo>
                <a:lnTo>
                  <a:pt x="212782" y="208579"/>
                </a:lnTo>
                <a:cubicBezTo>
                  <a:pt x="212782" y="105992"/>
                  <a:pt x="278811" y="22403"/>
                  <a:pt x="359847" y="22403"/>
                </a:cubicBezTo>
                <a:lnTo>
                  <a:pt x="2256681" y="22403"/>
                </a:lnTo>
                <a:cubicBezTo>
                  <a:pt x="2337717" y="22403"/>
                  <a:pt x="2403746" y="105992"/>
                  <a:pt x="2403746" y="208579"/>
                </a:cubicBezTo>
                <a:lnTo>
                  <a:pt x="2208660" y="871595"/>
                </a:lnTo>
                <a:cubicBezTo>
                  <a:pt x="2207159" y="972282"/>
                  <a:pt x="2141130" y="1055872"/>
                  <a:pt x="2061595" y="105587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Broad diversity of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customers in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different sectors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across various </a:t>
            </a:r>
          </a:p>
          <a:p>
            <a:pPr lvl="0" algn="ctr" rtl="0">
              <a:lnSpc>
                <a:spcPts val="2400"/>
              </a:lnSpc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industries</a:t>
            </a:r>
          </a:p>
        </p:txBody>
      </p:sp>
      <p:sp>
        <p:nvSpPr>
          <p:cNvPr id="11" name="Freeform: Shape 33">
            <a:extLst>
              <a:ext uri="{FF2B5EF4-FFF2-40B4-BE49-F238E27FC236}">
                <a16:creationId xmlns:a16="http://schemas.microsoft.com/office/drawing/2014/main" id="{C97F2405-DA51-F31E-2F92-BE1ABB94BB08}"/>
              </a:ext>
            </a:extLst>
          </p:cNvPr>
          <p:cNvSpPr/>
          <p:nvPr/>
        </p:nvSpPr>
        <p:spPr>
          <a:xfrm>
            <a:off x="0" y="1528598"/>
            <a:ext cx="1834195" cy="1966234"/>
          </a:xfrm>
          <a:custGeom>
            <a:avLst/>
            <a:gdLst>
              <a:gd name="connsiteX0" fmla="*/ 0 w 1471655"/>
              <a:gd name="connsiteY0" fmla="*/ 0 h 1033470"/>
              <a:gd name="connsiteX1" fmla="*/ 1324590 w 1471655"/>
              <a:gd name="connsiteY1" fmla="*/ 0 h 1033470"/>
              <a:gd name="connsiteX2" fmla="*/ 1471655 w 1471655"/>
              <a:gd name="connsiteY2" fmla="*/ 186176 h 1033470"/>
              <a:gd name="connsiteX3" fmla="*/ 1276569 w 1471655"/>
              <a:gd name="connsiteY3" fmla="*/ 849193 h 1033470"/>
              <a:gd name="connsiteX4" fmla="*/ 1129504 w 1471655"/>
              <a:gd name="connsiteY4" fmla="*/ 1033470 h 1033470"/>
              <a:gd name="connsiteX5" fmla="*/ 0 w 1471655"/>
              <a:gd name="connsiteY5" fmla="*/ 1033470 h 103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1655" h="1033470">
                <a:moveTo>
                  <a:pt x="0" y="0"/>
                </a:moveTo>
                <a:lnTo>
                  <a:pt x="1324590" y="0"/>
                </a:lnTo>
                <a:cubicBezTo>
                  <a:pt x="1405626" y="0"/>
                  <a:pt x="1471655" y="83589"/>
                  <a:pt x="1471655" y="186176"/>
                </a:cubicBezTo>
                <a:lnTo>
                  <a:pt x="1276569" y="849193"/>
                </a:lnTo>
                <a:cubicBezTo>
                  <a:pt x="1275068" y="949880"/>
                  <a:pt x="1209039" y="1033470"/>
                  <a:pt x="1129504" y="1033470"/>
                </a:cubicBezTo>
                <a:lnTo>
                  <a:pt x="0" y="1033470"/>
                </a:lnTo>
                <a:close/>
              </a:path>
            </a:pathLst>
          </a:custGeom>
          <a:solidFill>
            <a:srgbClr val="25512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572" fontAlgn="auto" hangingPunct="1">
              <a:lnSpc>
                <a:spcPts val="2400"/>
              </a:lnSpc>
              <a:spcAft>
                <a:spcPts val="0"/>
              </a:spcAft>
            </a:pPr>
            <a:endParaRPr lang="en-US" sz="3600" b="0">
              <a:solidFill>
                <a:prstClr val="white"/>
              </a:solidFill>
              <a:latin typeface="Arial"/>
              <a:ea typeface="Arial Unicode MS"/>
            </a:endParaRPr>
          </a:p>
        </p:txBody>
      </p:sp>
      <p:sp>
        <p:nvSpPr>
          <p:cNvPr id="12" name="Freeform: Shape 32">
            <a:extLst>
              <a:ext uri="{FF2B5EF4-FFF2-40B4-BE49-F238E27FC236}">
                <a16:creationId xmlns:a16="http://schemas.microsoft.com/office/drawing/2014/main" id="{477344B1-DEE2-F0C0-E2D0-EBA1C1079FFE}"/>
              </a:ext>
            </a:extLst>
          </p:cNvPr>
          <p:cNvSpPr/>
          <p:nvPr/>
        </p:nvSpPr>
        <p:spPr>
          <a:xfrm>
            <a:off x="10357813" y="3811697"/>
            <a:ext cx="1834187" cy="1966234"/>
          </a:xfrm>
          <a:custGeom>
            <a:avLst/>
            <a:gdLst>
              <a:gd name="connsiteX0" fmla="*/ 342152 w 1471648"/>
              <a:gd name="connsiteY0" fmla="*/ 0 h 1033470"/>
              <a:gd name="connsiteX1" fmla="*/ 1471648 w 1471648"/>
              <a:gd name="connsiteY1" fmla="*/ 0 h 1033470"/>
              <a:gd name="connsiteX2" fmla="*/ 1471648 w 1471648"/>
              <a:gd name="connsiteY2" fmla="*/ 1033470 h 1033470"/>
              <a:gd name="connsiteX3" fmla="*/ 147065 w 1471648"/>
              <a:gd name="connsiteY3" fmla="*/ 1033470 h 1033470"/>
              <a:gd name="connsiteX4" fmla="*/ 0 w 1471648"/>
              <a:gd name="connsiteY4" fmla="*/ 849194 h 1033470"/>
              <a:gd name="connsiteX5" fmla="*/ 195086 w 1471648"/>
              <a:gd name="connsiteY5" fmla="*/ 186177 h 1033470"/>
              <a:gd name="connsiteX6" fmla="*/ 342152 w 1471648"/>
              <a:gd name="connsiteY6" fmla="*/ 0 h 103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1648" h="1033470">
                <a:moveTo>
                  <a:pt x="342152" y="0"/>
                </a:moveTo>
                <a:lnTo>
                  <a:pt x="1471648" y="0"/>
                </a:lnTo>
                <a:lnTo>
                  <a:pt x="1471648" y="1033470"/>
                </a:lnTo>
                <a:lnTo>
                  <a:pt x="147065" y="1033470"/>
                </a:lnTo>
                <a:cubicBezTo>
                  <a:pt x="66029" y="1033470"/>
                  <a:pt x="0" y="949881"/>
                  <a:pt x="0" y="849194"/>
                </a:cubicBezTo>
                <a:lnTo>
                  <a:pt x="195086" y="186177"/>
                </a:lnTo>
                <a:cubicBezTo>
                  <a:pt x="195086" y="83590"/>
                  <a:pt x="261116" y="0"/>
                  <a:pt x="342152" y="0"/>
                </a:cubicBezTo>
                <a:close/>
              </a:path>
            </a:pathLst>
          </a:custGeom>
          <a:solidFill>
            <a:srgbClr val="255127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828572" fontAlgn="auto" hangingPunct="1">
              <a:spcBef>
                <a:spcPts val="0"/>
              </a:spcBef>
              <a:spcAft>
                <a:spcPts val="0"/>
              </a:spcAft>
            </a:pPr>
            <a:endParaRPr lang="en-US" sz="3600" b="0">
              <a:solidFill>
                <a:prstClr val="white"/>
              </a:solidFill>
              <a:latin typeface="Arial"/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92889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CCB9524-03D5-E642-81A2-0C20540CBB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25665" y="1195512"/>
            <a:ext cx="4002290" cy="4744745"/>
          </a:xfrm>
          <a:prstGeom prst="roundRect">
            <a:avLst>
              <a:gd name="adj" fmla="val 238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 </a:t>
            </a:r>
            <a:endParaRPr lang="he-IL" dirty="0"/>
          </a:p>
        </p:txBody>
      </p:sp>
      <p:sp>
        <p:nvSpPr>
          <p:cNvPr id="129" name="Placeholder Demo Text"/>
          <p:cNvSpPr txBox="1"/>
          <p:nvPr/>
        </p:nvSpPr>
        <p:spPr>
          <a:xfrm>
            <a:off x="6320314" y="1259161"/>
            <a:ext cx="543765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4000" b="1" dirty="0">
                <a:solidFill>
                  <a:srgbClr val="25512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130" name="Rectangle"/>
          <p:cNvSpPr/>
          <p:nvPr/>
        </p:nvSpPr>
        <p:spPr>
          <a:xfrm>
            <a:off x="6375349" y="1219321"/>
            <a:ext cx="1661355" cy="71989"/>
          </a:xfrm>
          <a:prstGeom prst="rect">
            <a:avLst/>
          </a:prstGeom>
          <a:solidFill>
            <a:srgbClr val="255127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3" name="Lorem ipsum dolor sit amet, consectetur adipiscing elit, sed do eiusmod tempor incididunt ut labore et dolore magna aliqua."/>
          <p:cNvSpPr/>
          <p:nvPr/>
        </p:nvSpPr>
        <p:spPr>
          <a:xfrm>
            <a:off x="6878441" y="2263193"/>
            <a:ext cx="4639939" cy="516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Kortov family – the driving force that leads the recycling industry in Israel</a:t>
            </a:r>
          </a:p>
        </p:txBody>
      </p:sp>
      <p:sp>
        <p:nvSpPr>
          <p:cNvPr id="134" name="Circle"/>
          <p:cNvSpPr/>
          <p:nvPr/>
        </p:nvSpPr>
        <p:spPr>
          <a:xfrm>
            <a:off x="6384290" y="2283171"/>
            <a:ext cx="299106" cy="280445"/>
          </a:xfrm>
          <a:prstGeom prst="ellipse">
            <a:avLst/>
          </a:prstGeom>
          <a:solidFill>
            <a:srgbClr val="255127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5" name="Graphic 48"/>
          <p:cNvSpPr/>
          <p:nvPr/>
        </p:nvSpPr>
        <p:spPr>
          <a:xfrm>
            <a:off x="6472735" y="2380961"/>
            <a:ext cx="135760" cy="84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6" h="20985" extrusionOk="0">
                <a:moveTo>
                  <a:pt x="10679" y="20063"/>
                </a:moveTo>
                <a:lnTo>
                  <a:pt x="20565" y="5375"/>
                </a:lnTo>
                <a:cubicBezTo>
                  <a:pt x="21393" y="4146"/>
                  <a:pt x="21393" y="2152"/>
                  <a:pt x="20565" y="923"/>
                </a:cubicBezTo>
                <a:cubicBezTo>
                  <a:pt x="19738" y="-307"/>
                  <a:pt x="18396" y="-307"/>
                  <a:pt x="17568" y="923"/>
                </a:cubicBezTo>
                <a:lnTo>
                  <a:pt x="9181" y="13386"/>
                </a:lnTo>
                <a:lnTo>
                  <a:pt x="3618" y="5119"/>
                </a:lnTo>
                <a:cubicBezTo>
                  <a:pt x="2790" y="3889"/>
                  <a:pt x="1448" y="3889"/>
                  <a:pt x="621" y="5119"/>
                </a:cubicBezTo>
                <a:cubicBezTo>
                  <a:pt x="-207" y="6349"/>
                  <a:pt x="-207" y="8342"/>
                  <a:pt x="621" y="9572"/>
                </a:cubicBezTo>
                <a:lnTo>
                  <a:pt x="7682" y="20063"/>
                </a:lnTo>
                <a:cubicBezTo>
                  <a:pt x="8509" y="21292"/>
                  <a:pt x="9851" y="21293"/>
                  <a:pt x="10678" y="20064"/>
                </a:cubicBezTo>
                <a:lnTo>
                  <a:pt x="10679" y="20063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8" name="Nunc non blandit massa enim nec dui. Habitant morbi tristique senectus et. Viverra maecenas accumsan lacus vel facilisis volutpat"/>
          <p:cNvSpPr/>
          <p:nvPr/>
        </p:nvSpPr>
        <p:spPr>
          <a:xfrm>
            <a:off x="6882956" y="3083982"/>
            <a:ext cx="4731795" cy="285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 &amp; D of new collection and recycling methods</a:t>
            </a:r>
          </a:p>
        </p:txBody>
      </p:sp>
      <p:sp>
        <p:nvSpPr>
          <p:cNvPr id="139" name="Circle"/>
          <p:cNvSpPr/>
          <p:nvPr/>
        </p:nvSpPr>
        <p:spPr>
          <a:xfrm>
            <a:off x="6384290" y="3048875"/>
            <a:ext cx="299106" cy="280445"/>
          </a:xfrm>
          <a:prstGeom prst="ellipse">
            <a:avLst/>
          </a:prstGeom>
          <a:solidFill>
            <a:srgbClr val="255127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0" name="Graphic 48"/>
          <p:cNvSpPr/>
          <p:nvPr/>
        </p:nvSpPr>
        <p:spPr>
          <a:xfrm>
            <a:off x="6472735" y="3146665"/>
            <a:ext cx="135760" cy="84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6" h="20985" extrusionOk="0">
                <a:moveTo>
                  <a:pt x="10679" y="20063"/>
                </a:moveTo>
                <a:lnTo>
                  <a:pt x="20565" y="5375"/>
                </a:lnTo>
                <a:cubicBezTo>
                  <a:pt x="21393" y="4146"/>
                  <a:pt x="21393" y="2152"/>
                  <a:pt x="20565" y="923"/>
                </a:cubicBezTo>
                <a:cubicBezTo>
                  <a:pt x="19738" y="-307"/>
                  <a:pt x="18396" y="-307"/>
                  <a:pt x="17568" y="923"/>
                </a:cubicBezTo>
                <a:lnTo>
                  <a:pt x="9181" y="13386"/>
                </a:lnTo>
                <a:lnTo>
                  <a:pt x="3618" y="5119"/>
                </a:lnTo>
                <a:cubicBezTo>
                  <a:pt x="2790" y="3889"/>
                  <a:pt x="1448" y="3889"/>
                  <a:pt x="621" y="5119"/>
                </a:cubicBezTo>
                <a:cubicBezTo>
                  <a:pt x="-207" y="6349"/>
                  <a:pt x="-207" y="8342"/>
                  <a:pt x="621" y="9572"/>
                </a:cubicBezTo>
                <a:lnTo>
                  <a:pt x="7682" y="20063"/>
                </a:lnTo>
                <a:cubicBezTo>
                  <a:pt x="8509" y="21292"/>
                  <a:pt x="9851" y="21293"/>
                  <a:pt x="10678" y="20064"/>
                </a:cubicBezTo>
                <a:lnTo>
                  <a:pt x="10679" y="20063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3" name="Phasellus vestibulum lorem sed risus ultricies tristique nulla. Fermentum leo vel orci porta non."/>
          <p:cNvSpPr/>
          <p:nvPr/>
        </p:nvSpPr>
        <p:spPr>
          <a:xfrm>
            <a:off x="6878441" y="3695447"/>
            <a:ext cx="4564013" cy="516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follow-up of global developments and changes in the recycling industry</a:t>
            </a:r>
          </a:p>
        </p:txBody>
      </p:sp>
      <p:sp>
        <p:nvSpPr>
          <p:cNvPr id="144" name="Circle"/>
          <p:cNvSpPr/>
          <p:nvPr/>
        </p:nvSpPr>
        <p:spPr>
          <a:xfrm>
            <a:off x="6384290" y="3759493"/>
            <a:ext cx="299106" cy="280445"/>
          </a:xfrm>
          <a:prstGeom prst="ellipse">
            <a:avLst/>
          </a:prstGeom>
          <a:solidFill>
            <a:srgbClr val="255127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5" name="Graphic 48"/>
          <p:cNvSpPr/>
          <p:nvPr/>
        </p:nvSpPr>
        <p:spPr>
          <a:xfrm>
            <a:off x="6472735" y="3857283"/>
            <a:ext cx="135760" cy="84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6" h="20985" extrusionOk="0">
                <a:moveTo>
                  <a:pt x="10679" y="20063"/>
                </a:moveTo>
                <a:lnTo>
                  <a:pt x="20565" y="5375"/>
                </a:lnTo>
                <a:cubicBezTo>
                  <a:pt x="21393" y="4146"/>
                  <a:pt x="21393" y="2152"/>
                  <a:pt x="20565" y="923"/>
                </a:cubicBezTo>
                <a:cubicBezTo>
                  <a:pt x="19738" y="-307"/>
                  <a:pt x="18396" y="-307"/>
                  <a:pt x="17568" y="923"/>
                </a:cubicBezTo>
                <a:lnTo>
                  <a:pt x="9181" y="13386"/>
                </a:lnTo>
                <a:lnTo>
                  <a:pt x="3618" y="5119"/>
                </a:lnTo>
                <a:cubicBezTo>
                  <a:pt x="2790" y="3889"/>
                  <a:pt x="1448" y="3889"/>
                  <a:pt x="621" y="5119"/>
                </a:cubicBezTo>
                <a:cubicBezTo>
                  <a:pt x="-207" y="6349"/>
                  <a:pt x="-207" y="8342"/>
                  <a:pt x="621" y="9572"/>
                </a:cubicBezTo>
                <a:lnTo>
                  <a:pt x="7682" y="20063"/>
                </a:lnTo>
                <a:cubicBezTo>
                  <a:pt x="8509" y="21292"/>
                  <a:pt x="9851" y="21293"/>
                  <a:pt x="10678" y="20064"/>
                </a:cubicBezTo>
                <a:lnTo>
                  <a:pt x="10679" y="20063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8" name="Magna fermentum iaculis eu non diam phasellus vestibulum. Nisi lacus sed viverra tellus in hac habitasse platea dictumst."/>
          <p:cNvSpPr/>
          <p:nvPr/>
        </p:nvSpPr>
        <p:spPr>
          <a:xfrm>
            <a:off x="6878441" y="4461150"/>
            <a:ext cx="4945634" cy="516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Personal connections with numerous plants worldwide for the sale of raw materials to end users</a:t>
            </a:r>
          </a:p>
        </p:txBody>
      </p: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486FA9A9-CE2A-9A25-8FAC-6E0652915F00}"/>
              </a:ext>
            </a:extLst>
          </p:cNvPr>
          <p:cNvGrpSpPr/>
          <p:nvPr/>
        </p:nvGrpSpPr>
        <p:grpSpPr>
          <a:xfrm>
            <a:off x="6384290" y="4525196"/>
            <a:ext cx="299106" cy="280445"/>
            <a:chOff x="6373273" y="4437060"/>
            <a:chExt cx="299106" cy="280445"/>
          </a:xfrm>
        </p:grpSpPr>
        <p:sp>
          <p:nvSpPr>
            <p:cNvPr id="149" name="Circle"/>
            <p:cNvSpPr/>
            <p:nvPr/>
          </p:nvSpPr>
          <p:spPr>
            <a:xfrm>
              <a:off x="6373273" y="4437060"/>
              <a:ext cx="299106" cy="280445"/>
            </a:xfrm>
            <a:prstGeom prst="ellipse">
              <a:avLst/>
            </a:prstGeom>
            <a:solidFill>
              <a:srgbClr val="25512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0" name="Graphic 48"/>
            <p:cNvSpPr/>
            <p:nvPr/>
          </p:nvSpPr>
          <p:spPr>
            <a:xfrm>
              <a:off x="6461718" y="4534850"/>
              <a:ext cx="135760" cy="84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7" name="Magna fermentum iaculis eu non diam phasellus vestibulum. Nisi lacus sed viverra tellus in hac habitasse platea dictumst.">
            <a:extLst>
              <a:ext uri="{FF2B5EF4-FFF2-40B4-BE49-F238E27FC236}">
                <a16:creationId xmlns:a16="http://schemas.microsoft.com/office/drawing/2014/main" id="{8D618D8B-6915-AD25-A8D0-93C739FF9498}"/>
              </a:ext>
            </a:extLst>
          </p:cNvPr>
          <p:cNvSpPr/>
          <p:nvPr/>
        </p:nvSpPr>
        <p:spPr>
          <a:xfrm>
            <a:off x="6875064" y="5259538"/>
            <a:ext cx="4272867" cy="516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he-IL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הקמנו עשרות </a:t>
            </a:r>
            <a:r>
              <a:rPr lang="he-IL" sz="1800" dirty="0" err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פרוייקטים</a:t>
            </a:r>
            <a:r>
              <a:rPr lang="he-IL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חדשניים בנושא איכות הסביבה</a:t>
            </a:r>
            <a:endParaRPr lang="en-US" sz="1800" dirty="0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E2DE3D2D-ECCF-F795-3663-CBDF6CF6865D}"/>
              </a:ext>
            </a:extLst>
          </p:cNvPr>
          <p:cNvGrpSpPr/>
          <p:nvPr/>
        </p:nvGrpSpPr>
        <p:grpSpPr>
          <a:xfrm>
            <a:off x="6391062" y="5323950"/>
            <a:ext cx="299106" cy="280445"/>
            <a:chOff x="6373273" y="4437060"/>
            <a:chExt cx="299106" cy="280445"/>
          </a:xfrm>
        </p:grpSpPr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7B3AB837-389C-BAEB-8D93-1CE87390995E}"/>
                </a:ext>
              </a:extLst>
            </p:cNvPr>
            <p:cNvSpPr/>
            <p:nvPr/>
          </p:nvSpPr>
          <p:spPr>
            <a:xfrm>
              <a:off x="6373273" y="4437060"/>
              <a:ext cx="299106" cy="280445"/>
            </a:xfrm>
            <a:prstGeom prst="ellipse">
              <a:avLst/>
            </a:prstGeom>
            <a:solidFill>
              <a:srgbClr val="25512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Graphic 48">
              <a:extLst>
                <a:ext uri="{FF2B5EF4-FFF2-40B4-BE49-F238E27FC236}">
                  <a16:creationId xmlns:a16="http://schemas.microsoft.com/office/drawing/2014/main" id="{01952CF3-B736-D991-B221-F35227EF2D5F}"/>
                </a:ext>
              </a:extLst>
            </p:cNvPr>
            <p:cNvSpPr/>
            <p:nvPr/>
          </p:nvSpPr>
          <p:spPr>
            <a:xfrm>
              <a:off x="6461718" y="4534850"/>
              <a:ext cx="135760" cy="84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4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3" name="Magna fermentum iaculis eu non diam phasellus vestibulum. Nisi lacus sed viverra tellus in hac habitasse platea dictumst.">
            <a:extLst>
              <a:ext uri="{FF2B5EF4-FFF2-40B4-BE49-F238E27FC236}">
                <a16:creationId xmlns:a16="http://schemas.microsoft.com/office/drawing/2014/main" id="{3A7853A2-BFA2-F963-CAE8-AD7126A65441}"/>
              </a:ext>
            </a:extLst>
          </p:cNvPr>
          <p:cNvSpPr/>
          <p:nvPr/>
        </p:nvSpPr>
        <p:spPr>
          <a:xfrm>
            <a:off x="6875063" y="5854804"/>
            <a:ext cx="4272867" cy="285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he-IL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העסקנו אלפי אנשים</a:t>
            </a:r>
            <a:endParaRPr lang="en-US" sz="1800" dirty="0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agna fermentum iaculis eu non diam phasellus vestibulum. Nisi lacus sed viverra tellus in hac habitasse platea dictumst.">
            <a:extLst>
              <a:ext uri="{FF2B5EF4-FFF2-40B4-BE49-F238E27FC236}">
                <a16:creationId xmlns:a16="http://schemas.microsoft.com/office/drawing/2014/main" id="{9B8621B4-D616-4D39-485F-7D7845DE8D2B}"/>
              </a:ext>
            </a:extLst>
          </p:cNvPr>
          <p:cNvSpPr/>
          <p:nvPr/>
        </p:nvSpPr>
        <p:spPr>
          <a:xfrm>
            <a:off x="6875062" y="6302093"/>
            <a:ext cx="4272867" cy="285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lnSpc>
                <a:spcPct val="120000"/>
              </a:lnSpc>
              <a:defRPr sz="2200" b="0">
                <a:solidFill>
                  <a:srgbClr val="7F81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ts val="1800"/>
              </a:lnSpc>
            </a:pPr>
            <a:r>
              <a:rPr lang="he-IL" sz="1800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קשר עם עשרות עריות ומועצות </a:t>
            </a:r>
            <a:r>
              <a:rPr lang="he-IL" sz="1800" dirty="0" err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איזוריות</a:t>
            </a:r>
            <a:endParaRPr lang="en-US" sz="1800" dirty="0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s Slide Master">
  <a:themeElements>
    <a:clrScheme name="ALLPPT-ABSTRAC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D155"/>
      </a:accent1>
      <a:accent2>
        <a:srgbClr val="A5A5A5"/>
      </a:accent2>
      <a:accent3>
        <a:srgbClr val="595959"/>
      </a:accent3>
      <a:accent4>
        <a:srgbClr val="568AD3"/>
      </a:accent4>
      <a:accent5>
        <a:srgbClr val="A5A5A5"/>
      </a:accent5>
      <a:accent6>
        <a:srgbClr val="595959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tents Slide Master">
  <a:themeElements>
    <a:clrScheme name="2019-Business pla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EBEE4"/>
      </a:accent1>
      <a:accent2>
        <a:srgbClr val="4CD6B0"/>
      </a:accent2>
      <a:accent3>
        <a:srgbClr val="98DC56"/>
      </a:accent3>
      <a:accent4>
        <a:srgbClr val="5EBEE4"/>
      </a:accent4>
      <a:accent5>
        <a:srgbClr val="4CD6B0"/>
      </a:accent5>
      <a:accent6>
        <a:srgbClr val="98DC56"/>
      </a:accent6>
      <a:hlink>
        <a:srgbClr val="BFBFBF"/>
      </a:hlink>
      <a:folHlink>
        <a:srgbClr val="BFBFB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485</Words>
  <Application>Microsoft Office PowerPoint</Application>
  <PresentationFormat>מסך רחב</PresentationFormat>
  <Paragraphs>133</Paragraphs>
  <Slides>11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3</vt:i4>
      </vt:variant>
      <vt:variant>
        <vt:lpstr>כותרות שקופיות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Calibri Light</vt:lpstr>
      <vt:lpstr>Segoe UI</vt:lpstr>
      <vt:lpstr>ערכת נושא Office</vt:lpstr>
      <vt:lpstr>Contents Slide Master</vt:lpstr>
      <vt:lpstr>1_Contents Slide Master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זיו הדזל</dc:creator>
  <cp:lastModifiedBy>Liran Kortov</cp:lastModifiedBy>
  <cp:revision>11</cp:revision>
  <dcterms:created xsi:type="dcterms:W3CDTF">2025-10-23T07:34:14Z</dcterms:created>
  <dcterms:modified xsi:type="dcterms:W3CDTF">2026-03-12T10:06:02Z</dcterms:modified>
</cp:coreProperties>
</file>